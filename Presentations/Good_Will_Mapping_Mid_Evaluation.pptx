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561888c8ea24f8d" /><Relationship Type="http://schemas.openxmlformats.org/officeDocument/2006/relationships/extended-properties" Target="/docProps/app.xml" Id="Ra2e6de78dfd345d6" /><Relationship Type="http://schemas.openxmlformats.org/officeDocument/2006/relationships/officeDocument" Target="/ppt/presentation.xml" Id="Rf99bb0810e1a4b3f" /></Relationships>
</file>

<file path=ppt/presentation.xml><?xml version="1.0" encoding="utf-8"?>
<p:presentation xmlns:p="http://schemas.openxmlformats.org/presentationml/2006/main">
  <p:sldMasterIdLst>
    <p:sldMasterId xmlns:r="http://schemas.openxmlformats.org/officeDocument/2006/relationships" id="2147483648" r:id="R551176bddd404112"/>
  </p:sldMasterIdLst>
  <p:notesMasterIdLst>
    <p:notesMasterId xmlns:r="http://schemas.openxmlformats.org/officeDocument/2006/relationships" r:id="R3ed136d1c12e46a6"/>
  </p:notesMasterIdLst>
  <p:sldIdLst>
    <p:sldId xmlns:r="http://schemas.openxmlformats.org/officeDocument/2006/relationships" id="256" r:id="Racefc227f5a94c3c"/>
    <p:sldId xmlns:r="http://schemas.openxmlformats.org/officeDocument/2006/relationships" id="257" r:id="Rdc8c513dbdd04138"/>
    <p:sldId xmlns:r="http://schemas.openxmlformats.org/officeDocument/2006/relationships" id="258" r:id="Rd0c4f1b4b2cb46af"/>
    <p:sldId xmlns:r="http://schemas.openxmlformats.org/officeDocument/2006/relationships" id="259" r:id="R52d24e995d94450a"/>
    <p:sldId xmlns:r="http://schemas.openxmlformats.org/officeDocument/2006/relationships" id="260" r:id="R9b2b9904903145c8"/>
    <p:sldId xmlns:r="http://schemas.openxmlformats.org/officeDocument/2006/relationships" id="261" r:id="Re80666a8d71f47ab"/>
    <p:sldId xmlns:r="http://schemas.openxmlformats.org/officeDocument/2006/relationships" id="262" r:id="R6a290fb001b74575"/>
    <p:sldId xmlns:r="http://schemas.openxmlformats.org/officeDocument/2006/relationships" id="263" r:id="R2dd2f5fa6fd14746"/>
    <p:sldId xmlns:r="http://schemas.openxmlformats.org/officeDocument/2006/relationships" id="264" r:id="R0c25071d9b2a460c"/>
    <p:sldId xmlns:r="http://schemas.openxmlformats.org/officeDocument/2006/relationships" id="265" r:id="R458037286e4a4981"/>
    <p:sldId xmlns:r="http://schemas.openxmlformats.org/officeDocument/2006/relationships" id="266" r:id="R75797d01c1c449b4"/>
    <p:sldId xmlns:r="http://schemas.openxmlformats.org/officeDocument/2006/relationships" id="267" r:id="Rfe9f5e29f09a4737"/>
    <p:sldId xmlns:r="http://schemas.openxmlformats.org/officeDocument/2006/relationships" id="268" r:id="R7b3b5aecf89843cc"/>
    <p:sldId xmlns:r="http://schemas.openxmlformats.org/officeDocument/2006/relationships" id="269" r:id="Rc4ff4d4fc62d42e3"/>
    <p:sldId xmlns:r="http://schemas.openxmlformats.org/officeDocument/2006/relationships" id="270" r:id="R0cac44382a714e8e"/>
    <p:sldId xmlns:r="http://schemas.openxmlformats.org/officeDocument/2006/relationships" id="271" r:id="R9dbf636bbf5f4962"/>
    <p:sldId xmlns:r="http://schemas.openxmlformats.org/officeDocument/2006/relationships" id="272" r:id="R743d9b735de848be"/>
    <p:sldId xmlns:r="http://schemas.openxmlformats.org/officeDocument/2006/relationships" id="273" r:id="Rf21b0ecc7d91433f"/>
    <p:sldId xmlns:r="http://schemas.openxmlformats.org/officeDocument/2006/relationships" id="274" r:id="R08a324e1a06345aa"/>
    <p:sldId xmlns:r="http://schemas.openxmlformats.org/officeDocument/2006/relationships" id="275" r:id="R4341ad631e5d4728"/>
    <p:sldId xmlns:r="http://schemas.openxmlformats.org/officeDocument/2006/relationships" id="276" r:id="Ra08469d161af4866"/>
    <p:sldId xmlns:r="http://schemas.openxmlformats.org/officeDocument/2006/relationships" id="277" r:id="Rfaae8d4b161f4a5c"/>
    <p:sldId xmlns:r="http://schemas.openxmlformats.org/officeDocument/2006/relationships" id="278" r:id="Rbbfcbd36b6144fda"/>
    <p:sldId xmlns:r="http://schemas.openxmlformats.org/officeDocument/2006/relationships" id="279" r:id="R3b17f083aec94ffe"/>
    <p:sldId xmlns:r="http://schemas.openxmlformats.org/officeDocument/2006/relationships" id="280" r:id="R2ab31dc6dfed4e0d"/>
    <p:sldId xmlns:r="http://schemas.openxmlformats.org/officeDocument/2006/relationships" id="281" r:id="R6bc8a8573809404c"/>
    <p:sldId xmlns:r="http://schemas.openxmlformats.org/officeDocument/2006/relationships" id="282" r:id="Race03e1c60cc46a6"/>
  </p:sldIdLst>
  <p:sldSz cx="9144000" cy="51435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7CBB5ED6-1CB7-43C1-B0D2-9930257E9ED5}">
  <a:tblStyle styleId="{7CBB5ED6-1CB7-43C1-B0D2-9930257E9ED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fdbe28d5062348ea" /><Relationship Type="http://schemas.openxmlformats.org/officeDocument/2006/relationships/slideMaster" Target="/ppt/slideMasters/slideMaster1.xml" Id="R551176bddd404112" /><Relationship Type="http://schemas.openxmlformats.org/officeDocument/2006/relationships/notesMaster" Target="/ppt/notesMasters/notesMaster1.xml" Id="R3ed136d1c12e46a6" /><Relationship Type="http://schemas.openxmlformats.org/officeDocument/2006/relationships/presProps" Target="/ppt/presProps.xml" Id="Re8e6647474b242a9" /><Relationship Type="http://schemas.openxmlformats.org/officeDocument/2006/relationships/tableStyles" Target="/ppt/tableStyles.xml" Id="R94c166bf419a4878" /><Relationship Type="http://schemas.openxmlformats.org/officeDocument/2006/relationships/slide" Target="/ppt/slides/slide1.xml" Id="Racefc227f5a94c3c" /><Relationship Type="http://schemas.openxmlformats.org/officeDocument/2006/relationships/slide" Target="/ppt/slides/slide2.xml" Id="Rdc8c513dbdd04138" /><Relationship Type="http://schemas.openxmlformats.org/officeDocument/2006/relationships/slide" Target="/ppt/slides/slide3.xml" Id="Rd0c4f1b4b2cb46af" /><Relationship Type="http://schemas.openxmlformats.org/officeDocument/2006/relationships/slide" Target="/ppt/slides/slide4.xml" Id="R52d24e995d94450a" /><Relationship Type="http://schemas.openxmlformats.org/officeDocument/2006/relationships/slide" Target="/ppt/slides/slide5.xml" Id="R9b2b9904903145c8" /><Relationship Type="http://schemas.openxmlformats.org/officeDocument/2006/relationships/slide" Target="/ppt/slides/slide6.xml" Id="Re80666a8d71f47ab" /><Relationship Type="http://schemas.openxmlformats.org/officeDocument/2006/relationships/slide" Target="/ppt/slides/slide7.xml" Id="R6a290fb001b74575" /><Relationship Type="http://schemas.openxmlformats.org/officeDocument/2006/relationships/slide" Target="/ppt/slides/slide8.xml" Id="R2dd2f5fa6fd14746" /><Relationship Type="http://schemas.openxmlformats.org/officeDocument/2006/relationships/slide" Target="/ppt/slides/slide9.xml" Id="R0c25071d9b2a460c" /><Relationship Type="http://schemas.openxmlformats.org/officeDocument/2006/relationships/slide" Target="/ppt/slides/slide10.xml" Id="R458037286e4a4981" /><Relationship Type="http://schemas.openxmlformats.org/officeDocument/2006/relationships/slide" Target="/ppt/slides/slide11.xml" Id="R75797d01c1c449b4" /><Relationship Type="http://schemas.openxmlformats.org/officeDocument/2006/relationships/slide" Target="/ppt/slides/slide12.xml" Id="Rfe9f5e29f09a4737" /><Relationship Type="http://schemas.openxmlformats.org/officeDocument/2006/relationships/slide" Target="/ppt/slides/slide13.xml" Id="R7b3b5aecf89843cc" /><Relationship Type="http://schemas.openxmlformats.org/officeDocument/2006/relationships/slide" Target="/ppt/slides/slide14.xml" Id="Rc4ff4d4fc62d42e3" /><Relationship Type="http://schemas.openxmlformats.org/officeDocument/2006/relationships/slide" Target="/ppt/slides/slide15.xml" Id="R0cac44382a714e8e" /><Relationship Type="http://schemas.openxmlformats.org/officeDocument/2006/relationships/slide" Target="/ppt/slides/slide16.xml" Id="R9dbf636bbf5f4962" /><Relationship Type="http://schemas.openxmlformats.org/officeDocument/2006/relationships/slide" Target="/ppt/slides/slide17.xml" Id="R743d9b735de848be" /><Relationship Type="http://schemas.openxmlformats.org/officeDocument/2006/relationships/slide" Target="/ppt/slides/slide18.xml" Id="Rf21b0ecc7d91433f" /><Relationship Type="http://schemas.openxmlformats.org/officeDocument/2006/relationships/slide" Target="/ppt/slides/slide19.xml" Id="R08a324e1a06345aa" /><Relationship Type="http://schemas.openxmlformats.org/officeDocument/2006/relationships/slide" Target="/ppt/slides/slide20.xml" Id="R4341ad631e5d4728" /><Relationship Type="http://schemas.openxmlformats.org/officeDocument/2006/relationships/slide" Target="/ppt/slides/slide21.xml" Id="Ra08469d161af4866" /><Relationship Type="http://schemas.openxmlformats.org/officeDocument/2006/relationships/slide" Target="/ppt/slides/slide22.xml" Id="Rfaae8d4b161f4a5c" /><Relationship Type="http://schemas.openxmlformats.org/officeDocument/2006/relationships/slide" Target="/ppt/slides/slide23.xml" Id="Rbbfcbd36b6144fda" /><Relationship Type="http://schemas.openxmlformats.org/officeDocument/2006/relationships/slide" Target="/ppt/slides/slide24.xml" Id="R3b17f083aec94ffe" /><Relationship Type="http://schemas.openxmlformats.org/officeDocument/2006/relationships/slide" Target="/ppt/slides/slide25.xml" Id="R2ab31dc6dfed4e0d" /><Relationship Type="http://schemas.openxmlformats.org/officeDocument/2006/relationships/slide" Target="/ppt/slides/slide26.xml" Id="R6bc8a8573809404c" /><Relationship Type="http://schemas.openxmlformats.org/officeDocument/2006/relationships/slide" Target="/ppt/slides/slide27.xml" Id="Race03e1c60cc46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e0179474bc48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ioscope Minitheme by Slidesgo">
  <a:themeElements>
    <a:clrScheme name="Simple Light">
      <a:dk1>
        <a:srgbClr val="191919"/>
      </a:dk1>
      <a:lt1>
        <a:srgbClr val="FDF8EE"/>
      </a:lt1>
      <a:dk2>
        <a:srgbClr val="FF838E"/>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cf5b6eed7d4e50" /><Relationship Type="http://schemas.openxmlformats.org/officeDocument/2006/relationships/notesMaster" Target="/ppt/notesMasters/notesMaster1.xml" Id="Rd242325ad73b48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f2643cd6db41b4" /><Relationship Type="http://schemas.openxmlformats.org/officeDocument/2006/relationships/notesMaster" Target="/ppt/notesMasters/notesMaster1.xml" Id="R3205195871f941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ebb72a72ab48c3" /><Relationship Type="http://schemas.openxmlformats.org/officeDocument/2006/relationships/notesMaster" Target="/ppt/notesMasters/notesMaster1.xml" Id="Re407b51506fe42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1f9c8670c84e1d" /><Relationship Type="http://schemas.openxmlformats.org/officeDocument/2006/relationships/notesMaster" Target="/ppt/notesMasters/notesMaster1.xml" Id="R058222a5a50f4b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3c56f288f94623" /><Relationship Type="http://schemas.openxmlformats.org/officeDocument/2006/relationships/notesMaster" Target="/ppt/notesMasters/notesMaster1.xml" Id="R7b7ea6da65fd46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c486fe97544df2" /><Relationship Type="http://schemas.openxmlformats.org/officeDocument/2006/relationships/notesMaster" Target="/ppt/notesMasters/notesMaster1.xml" Id="Rd5a04589725d47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b829211d6148e7" /><Relationship Type="http://schemas.openxmlformats.org/officeDocument/2006/relationships/notesMaster" Target="/ppt/notesMasters/notesMaster1.xml" Id="R266ae8422eca47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f1c4345f9d461b" /><Relationship Type="http://schemas.openxmlformats.org/officeDocument/2006/relationships/notesMaster" Target="/ppt/notesMasters/notesMaster1.xml" Id="R06942e6e7a2346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7fc57cf0404a8c" /><Relationship Type="http://schemas.openxmlformats.org/officeDocument/2006/relationships/notesMaster" Target="/ppt/notesMasters/notesMaster1.xml" Id="R9010030a7e3b48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71e645ce4546fc" /><Relationship Type="http://schemas.openxmlformats.org/officeDocument/2006/relationships/notesMaster" Target="/ppt/notesMasters/notesMaster1.xml" Id="Rb3903f2c54df49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3d8fd9b42e4cb1" /><Relationship Type="http://schemas.openxmlformats.org/officeDocument/2006/relationships/notesMaster" Target="/ppt/notesMasters/notesMaster1.xml" Id="R6a6c69c765f8441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466856bcdd4f63" /><Relationship Type="http://schemas.openxmlformats.org/officeDocument/2006/relationships/notesMaster" Target="/ppt/notesMasters/notesMaster1.xml" Id="R3eacbc2ddac140f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30a92ddd8441dd" /><Relationship Type="http://schemas.openxmlformats.org/officeDocument/2006/relationships/notesMaster" Target="/ppt/notesMasters/notesMaster1.xml" Id="R9cb360d6096640e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2a7ceb024634090" /><Relationship Type="http://schemas.openxmlformats.org/officeDocument/2006/relationships/notesMaster" Target="/ppt/notesMasters/notesMaster1.xml" Id="Rdc077b4717ab484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cf42a9c265547fd" /><Relationship Type="http://schemas.openxmlformats.org/officeDocument/2006/relationships/notesMaster" Target="/ppt/notesMasters/notesMaster1.xml" Id="R44a1aa124678406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f30af71349b49e7" /><Relationship Type="http://schemas.openxmlformats.org/officeDocument/2006/relationships/notesMaster" Target="/ppt/notesMasters/notesMaster1.xml" Id="Rae154c5e1e4447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6deaee0e2314ae8" /><Relationship Type="http://schemas.openxmlformats.org/officeDocument/2006/relationships/notesMaster" Target="/ppt/notesMasters/notesMaster1.xml" Id="R5f4982e198234e5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27c1a83ffb241de" /><Relationship Type="http://schemas.openxmlformats.org/officeDocument/2006/relationships/notesMaster" Target="/ppt/notesMasters/notesMaster1.xml" Id="Rd6e5a37f084a46a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a01f75a8a1046da" /><Relationship Type="http://schemas.openxmlformats.org/officeDocument/2006/relationships/notesMaster" Target="/ppt/notesMasters/notesMaster1.xml" Id="Rc68dfc9ce5734a0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8328e794b654a92" /><Relationship Type="http://schemas.openxmlformats.org/officeDocument/2006/relationships/notesMaster" Target="/ppt/notesMasters/notesMaster1.xml" Id="R7193f0d66ab74ef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52c80a890484c93" /><Relationship Type="http://schemas.openxmlformats.org/officeDocument/2006/relationships/notesMaster" Target="/ppt/notesMasters/notesMaster1.xml" Id="Rbb86c514540345a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e27ceb673774391" /><Relationship Type="http://schemas.openxmlformats.org/officeDocument/2006/relationships/notesMaster" Target="/ppt/notesMasters/notesMaster1.xml" Id="R79cb868f23444a0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a4dfe31c44a447c" /><Relationship Type="http://schemas.openxmlformats.org/officeDocument/2006/relationships/notesMaster" Target="/ppt/notesMasters/notesMaster1.xml" Id="Rcee9e3ad4647483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5031005e7d64b70" /><Relationship Type="http://schemas.openxmlformats.org/officeDocument/2006/relationships/notesMaster" Target="/ppt/notesMasters/notesMaster1.xml" Id="Rc15a58e0d7864d7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6a5686073614e2c" /><Relationship Type="http://schemas.openxmlformats.org/officeDocument/2006/relationships/notesMaster" Target="/ppt/notesMasters/notesMaster1.xml" Id="R5f793335537f402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b726c16b5f84c37" /><Relationship Type="http://schemas.openxmlformats.org/officeDocument/2006/relationships/notesMaster" Target="/ppt/notesMasters/notesMaster1.xml" Id="R13334426572f4e6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2c5d0de8b674237" /><Relationship Type="http://schemas.openxmlformats.org/officeDocument/2006/relationships/notesMaster" Target="/ppt/notesMasters/notesMaster1.xml" Id="R479fa97573cd47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deck: https://docs.google.com/presentation/d/19AJkpIwel35Kh1gxN_7hzznjK3QnWGQlSNvKDjQ14uI/edit. Updated implementation and source snapshots as of 13 October 2026.</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Names and IDs follow the supplied team slide. The new integration/GIS refresh and presentation contribution belongs to Satyendhran. Existing collectors, the ontology extensions and heritage evidence include upstream team work.</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Implemented entity classes and relation counts: Dataset/integrated/summary.json. Event and Landscape classes are reserved without instances.</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slide describes potential uses. No measured causal tourism increase is claimed.</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Wikidata definitions: https://www.wikidata.org/wiki/Property:P915 and https://www.wikidata.org/wiki/Property:P840. Current ontology: Queries/cinema_ontology.ttl. A story-setting relationship does not establish a shooting location.</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Executed queries: Queries/knowledge_graph_queries/romance.sparql, heritage.sparql and the QGIS native spatial pipeline. Romance is a film genre, not a scene-level emotion label.</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Application proposal only. The current graph is a research demonstration and does not contain permit availability, opening hours, safety or access information.</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Queries/build_graph_explorer.py exports reproducible aggregate results. Counts reflect the supplied corpus and unresolved geographic aliases.</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Input hashes and record counts are retained in Dataset/integrated/summary.json. IMDb IDs are already present as matching keys. Their presence does not imply IMDb location-page scraping.</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Repository collectors: Queries/fetch_wikidata_films.py, fetch_wikidata_bollywood.py, pull_tmdb.py and enrich_locations.py. This contribution rebuilds supplied snapshots, rather than claiming a new scraping run for every website.</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https://www.wikidata.org/wiki/Property:P915 ; https://www.wikidata.org/wiki/Property:P840 ; https://www.wikidata.org/wiki/Property:P625 . Repository code: Queries/fetch_wikidata_films.py. Missing coordinates stay missing.</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https://www.mediawiki.org/wiki/API:Revisions . Repository code: Queries/enrich_locations.py, location_text.py and pull_tmdb.py. No claim that every article or soundtrack row has been independently reviewed.</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Checked 13 October 2026. Sample: https://www.imdb.com/title/tt0449994/locations/ . Official schemas: https://data.imdb.com/non-commercial-datasets/ . Usage guidance: https://help.imdb.com/article/imdb/general-information/can-i-use-imdb-data-in-my-software/G5JTRESSHJBBHTGX . One failed sample does not establish that all pages are inaccessible.</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Exact counts from accepted films.csv rows. The 2020s bar covers 2020–2025 only. Films use their earliest observed release year. The source corpus includes shorts/documentaries and possible non-Bollywood records, so this is not a census of all Bollywood releases.</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Dataset/integrated/summary.json. Period 1970–2025, inscription cutoff 2025. Distinct relationships: 211,297. People/credits: 33,524, genres: 19. Person-name credits are source-and-film scoped and are not a count of unique individuals.</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Queries/build_integrated_graph.py and Docs/INTEGRATION_METHOD.md. The constrained merge rejects conflicting identifiers even through transitive links. It preserves source records and observed years.</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Metadata preservation: film_attributes.csv, film_crosswalk.csv and claims.csv. Some legacy source snapshots lack original URLs or retrieval dates, and these are not invented. No numerical accuracy study or graph-embedding prediction is claimed.</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Upstream extensions from original main, plus the current RDF identityScope export and validation. Songs are not assigned all film locations. Credited roles can include self appearances and compound role names.</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Actual SVG exported from the current offline graph explorer after selecting Places and genres. The neighbourhood contains 14 visible neighbours and 46 direct film relationships in all categories. The complete graph contains 211,297 distinct assertion-backed relationships.</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Native QGIS processing executed through PyQGIS: native:joinattributestable. Current project: GIS/Good_Will_Mapping_1970_2025.qgz. Report: GIS/qgis_report.json. https://docs.qgis.org/3.44/en/docs/user_manual/processing_algs/qgis/vectorgeneral.html .</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Actual current QGIS print-layout export. 4422 filming features, 44 property points and 128 component points. Features represent assertions and can repeat a place or film. 5039 narrative features are available in a separate QGIS layer. Context boundaries are generalized QGIS bundled data.</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QGIS reprojects Taj Mahal and local named-site filming points to EPSG:32644, buffers 5,000 metres, intersects points and joins target attributes by location. https://docs.qgis.org/3.44/en/docs/user_manual/processing_algs/qgis/vectorgeometry.html . It measures representative-point proximity, not UNESCO boundaries or camera positions.</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QGIS result: GIS/qgis_nearby_movies.csv. Projected distance 2,144.978 m. The independent spherical calculation returns 2,140.626 m and the same film/place pair. Both are reference-point models.</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Data: romance_places.csv. Counts distinct films per accepted place entity and relationship. Filming and narrative counts may overlap. Mumbai has 175 filming-linked Romance films and 129 narrative-linked Romance films. Geographic aliases are not all consolidated. Genre association does not classify scene emotion.</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Data: heritage_genres.csv. The graph links nine properties through 25 film/property pairs. A film can link to more than one property and more than one genre. Components are grouped under the corresponding property. Present-day UNESCO classification uses inscription by 2025 and does not imply historical designation at filming time.</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Full validation: Dataset/integrated/validation.json. Regression tests: Queries/test_integration.py. Aggregate checks: graph_verification.json and validate_graph_queries.py. Structure checks do not establish the historical truth of source assertions. Review queue: 5,365 location candidates, 2,659 suspicious song rows and 335 unresolved song/film rows.</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Open the packaged graph_explorer.html after extracting Dataset/knowledge_graph/knowledge_graph_1970_2025.zip. Open GIS/Good_Will_Mapping_1970_2025.qgz alongside its matching GeoPackage. Code and outputs prepared for the 14 October mid evaluation. External Google Slides deck remains unchanged.</a:t>
            </a:r>
            <a:endParaRPr/>
          </a:p>
          <a:p xmlns:a="http://schemas.openxmlformats.org/drawingml/2006/main">
            <a:pPr marL="0" lvl="0" indent="0" algn="l">
              <a:spcBef>
                <a:spcPts val="0"/>
              </a:spcBef>
              <a:spcAft>
                <a:spcPts val="0"/>
              </a:spcAft>
              <a:buNone/>
            </a:pPr>
            <a:r>
              <a:t>Source presentation: https://docs.google.com/presentation/d/19AJkpIwel35Kh1gxN_7hzznjK3QnWGQlSNvKDjQ14uI/edit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e852ad227043ef" /><Relationship Type="http://schemas.openxmlformats.org/officeDocument/2006/relationships/image" Target="/ppt/media/image.png" Id="R9258b2b6cb0a437b" /><Relationship Type="http://schemas.openxmlformats.org/officeDocument/2006/relationships/image" Target="/ppt/media/image2.png" Id="Rff6ab78a66ad48e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5b71661c55d4871" /><Relationship Type="http://schemas.openxmlformats.org/officeDocument/2006/relationships/image" Target="/ppt/media/image.png" Id="R29ae9c24a60e4604" /><Relationship Type="http://schemas.openxmlformats.org/officeDocument/2006/relationships/image" Target="/ppt/media/image2.png" Id="R1315d1a105eb47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c735329bd0429f" /><Relationship Type="http://schemas.openxmlformats.org/officeDocument/2006/relationships/image" Target="/ppt/media/image.png" Id="R3828c70f441a475b" /><Relationship Type="http://schemas.openxmlformats.org/officeDocument/2006/relationships/image" Target="/ppt/media/image2.png" Id="Rc641b225bd6240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39b3c02f6e43cc" /><Relationship Type="http://schemas.openxmlformats.org/officeDocument/2006/relationships/image" Target="/ppt/media/image.png" Id="R2af1c6f6c437450e" /><Relationship Type="http://schemas.openxmlformats.org/officeDocument/2006/relationships/image" Target="/ppt/media/image2.png" Id="R4a8e69adfb524b9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14fa3815ae4833" /><Relationship Type="http://schemas.openxmlformats.org/officeDocument/2006/relationships/image" Target="/ppt/media/image.png" Id="R42d200a787fc4c46" /><Relationship Type="http://schemas.openxmlformats.org/officeDocument/2006/relationships/image" Target="/ppt/media/image2.png" Id="R08014562806c4f8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6cf99724fd046ba" /><Relationship Type="http://schemas.openxmlformats.org/officeDocument/2006/relationships/image" Target="/ppt/media/image.png" Id="Rd00ba6cc363f451a" /><Relationship Type="http://schemas.openxmlformats.org/officeDocument/2006/relationships/image" Target="/ppt/media/image2.png" Id="R3451eaa8ca124b1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d89f3ac7d0c448b" /><Relationship Type="http://schemas.openxmlformats.org/officeDocument/2006/relationships/image" Target="/ppt/media/image.png" Id="R23a3d8e5482c4b6f" /><Relationship Type="http://schemas.openxmlformats.org/officeDocument/2006/relationships/image" Target="/ppt/media/image2.png" Id="R41a0fc94f19e4aa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06d5c4d58e04ee4" /><Relationship Type="http://schemas.openxmlformats.org/officeDocument/2006/relationships/image" Target="/ppt/media/image.png" Id="Rc9ed4560df544edc" /><Relationship Type="http://schemas.openxmlformats.org/officeDocument/2006/relationships/image" Target="/ppt/media/image2.png" Id="R6f2acad28996401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08512cb2b09488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bf1849d08594d11" /><Relationship Type="http://schemas.openxmlformats.org/officeDocument/2006/relationships/image" Target="/ppt/media/image.png" Id="Rb2991cd744074c83" /><Relationship Type="http://schemas.openxmlformats.org/officeDocument/2006/relationships/image" Target="/ppt/media/image2.png" Id="Rf9ffb046264e47d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46b8e82f82845f3"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10cb2f6cf654ad6" /><Relationship Type="http://schemas.openxmlformats.org/officeDocument/2006/relationships/image" Target="/ppt/media/image.png" Id="R0859070da6034dee" /><Relationship Type="http://schemas.openxmlformats.org/officeDocument/2006/relationships/image" Target="/ppt/media/image2.png" Id="R3360c67ac80745c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b6f0c30752954340" /><Relationship Type="http://schemas.openxmlformats.org/officeDocument/2006/relationships/image" Target="/ppt/media/image.png" Id="R38be812555f34d32" /><Relationship Type="http://schemas.openxmlformats.org/officeDocument/2006/relationships/image" Target="/ppt/media/image2.png" Id="R5973caf98af94ec6"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f6556755d1944ebd" /><Relationship Type="http://schemas.openxmlformats.org/officeDocument/2006/relationships/image" Target="/ppt/media/image.png" Id="R4499b43d790a41cd" /><Relationship Type="http://schemas.openxmlformats.org/officeDocument/2006/relationships/image" Target="/ppt/media/image2.png" Id="R10e90f17d9434b21"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2ec44ef74b2748e1" /><Relationship Type="http://schemas.openxmlformats.org/officeDocument/2006/relationships/image" Target="/ppt/media/image.png" Id="R4590d9b44adb47f6" /><Relationship Type="http://schemas.openxmlformats.org/officeDocument/2006/relationships/image" Target="/ppt/media/image2.png" Id="R01e62607b5af44f5"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0d838f7b7d0a475d" /><Relationship Type="http://schemas.openxmlformats.org/officeDocument/2006/relationships/image" Target="/ppt/media/image.png" Id="R9c08c980917e4494" /><Relationship Type="http://schemas.openxmlformats.org/officeDocument/2006/relationships/image" Target="/ppt/media/image2.png" Id="R613d33ec81d54682"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e30caa608e214ad7" /><Relationship Type="http://schemas.openxmlformats.org/officeDocument/2006/relationships/image" Target="/ppt/media/image.png" Id="R36c5d25d47fe4bfe" /><Relationship Type="http://schemas.openxmlformats.org/officeDocument/2006/relationships/image" Target="/ppt/media/image2.png" Id="Raaadbef165ca4075"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20ac540255a640b2" /><Relationship Type="http://schemas.openxmlformats.org/officeDocument/2006/relationships/image" Target="/ppt/media/image.png" Id="Rb0b3313b26c44cec" /><Relationship Type="http://schemas.openxmlformats.org/officeDocument/2006/relationships/image" Target="/ppt/media/image2.png" Id="Rf890710d04184d0f"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cd35a9a3fb9e4ff4" /><Relationship Type="http://schemas.openxmlformats.org/officeDocument/2006/relationships/image" Target="/ppt/media/image.png" Id="Rb79560ddc10e4682" /><Relationship Type="http://schemas.openxmlformats.org/officeDocument/2006/relationships/image" Target="/ppt/media/image2.png" Id="R938213dd969a4cd2"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b3515ff294694bbf" /><Relationship Type="http://schemas.openxmlformats.org/officeDocument/2006/relationships/image" Target="/ppt/media/image.png" Id="Re09df8b1dcd24960" /><Relationship Type="http://schemas.openxmlformats.org/officeDocument/2006/relationships/image" Target="/ppt/media/image2.png" Id="R69bf91050ff746fe"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f728b715393a44b1" /><Relationship Type="http://schemas.openxmlformats.org/officeDocument/2006/relationships/image" Target="/ppt/media/image.png" Id="R5a85f38c7fd14ce5" /><Relationship Type="http://schemas.openxmlformats.org/officeDocument/2006/relationships/image" Target="/ppt/media/image2.png" Id="R0602409bb60f4185"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fefc534f20dd476e" /><Relationship Type="http://schemas.openxmlformats.org/officeDocument/2006/relationships/image" Target="/ppt/media/image.png" Id="R0f5641591cfe4e10" /><Relationship Type="http://schemas.openxmlformats.org/officeDocument/2006/relationships/image" Target="/ppt/media/image2.png" Id="R1938adcaeb814da0"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c85beb33165d412b" /><Relationship Type="http://schemas.openxmlformats.org/officeDocument/2006/relationships/image" Target="/ppt/media/image.png" Id="R545427ce3fe04737" /><Relationship Type="http://schemas.openxmlformats.org/officeDocument/2006/relationships/image" Target="/ppt/media/image2.png" Id="Rf328068c00f44559"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9c3781e4671e4beb" /><Relationship Type="http://schemas.openxmlformats.org/officeDocument/2006/relationships/image" Target="/ppt/media/image.png" Id="R6e001f7e16b14575" /><Relationship Type="http://schemas.openxmlformats.org/officeDocument/2006/relationships/image" Target="/ppt/media/image2.png" Id="Rc6c5b6db492c4035"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2e334b7b9f2e4aab" /><Relationship Type="http://schemas.openxmlformats.org/officeDocument/2006/relationships/image" Target="/ppt/media/image.png" Id="R4ed9b4ed893447a5" /><Relationship Type="http://schemas.openxmlformats.org/officeDocument/2006/relationships/image" Target="/ppt/media/image2.png" Id="R51b4919d993f4a10"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xml" Id="Rb2b01dc520d94dc5" /><Relationship Type="http://schemas.openxmlformats.org/officeDocument/2006/relationships/image" Target="/ppt/media/image.png" Id="R9c55be62dd184b21" /><Relationship Type="http://schemas.openxmlformats.org/officeDocument/2006/relationships/image" Target="/ppt/media/image2.png" Id="Rf27e31668a6040c6"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pic>
        <p:nvPicPr>
          <p:cNvPr id="9" name="Google Shape;9;p2">
            <a:extLst xmlns:a="http://schemas.openxmlformats.org/drawingml/2006/main">
              <a:ext uri="{FF2B5EF4-FFF2-40B4-BE49-F238E27FC236}">
                <a16:creationId xmlns:a16="http://schemas.microsoft.com/office/drawing/2014/main" id="{48CBDEB2-4C4F-4D43-9E2D-9B82A6BFB5BF}"/>
              </a:ext>
            </a:extLst>
          </p:cNvPr>
          <p:cNvPicPr>
            <a:picLocks xmlns:a="http://schemas.openxmlformats.org/drawingml/2006/main" noChangeAspect="1"/>
          </p:cNvPicPr>
          <p:nvPr/>
        </p:nvPicPr>
        <p:blipFill>
          <a:blip xmlns:r="http://schemas.openxmlformats.org/officeDocument/2006/relationships" xmlns:a="http://schemas.openxmlformats.org/drawingml/2006/main" r:embed="R9258b2b6cb0a437b">
            <a:alphaModFix amt="60000"/>
          </a:blip>
          <a:stretch xmlns:a="http://schemas.openxmlformats.org/drawingml/2006/main">
            <a:fillRect l="0" t="0" r="0" b="0"/>
          </a:stretch>
        </p:blipFill>
        <p:spPr>
          <a:xfrm xmlns:a="http://schemas.openxmlformats.org/drawingml/2006/main" flipH="1">
            <a:off x="0" y="0"/>
            <a:ext cx="9144000" cy="5143500"/>
          </a:xfrm>
          <a:prstGeom xmlns:a="http://schemas.openxmlformats.org/drawingml/2006/main" prst="rect">
            <a:avLst/>
          </a:prstGeom>
          <a:ln xmlns:a="http://schemas.openxmlformats.org/drawingml/2006/main">
            <a:noFill/>
          </a:ln>
        </p:spPr>
      </p:pic>
      <p:pic>
        <p:nvPicPr>
          <p:cNvPr id="10" name="Google Shape;10;p2">
            <a:extLst xmlns:a="http://schemas.openxmlformats.org/drawingml/2006/main">
              <a:ext uri="{FF2B5EF4-FFF2-40B4-BE49-F238E27FC236}">
                <a16:creationId xmlns:a16="http://schemas.microsoft.com/office/drawing/2014/main" id="{E1F66914-F0CA-4D37-A64A-D582AC21E9E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f6ab78a66ad48eb">
            <a:alphaModFix/>
          </a:blip>
          <a:srcRect xmlns:a="http://schemas.openxmlformats.org/drawingml/2006/main" l="-463" t="89411" r="-181" b="857"/>
          <a:stretch xmlns:a="http://schemas.openxmlformats.org/drawingml/2006/main"/>
        </p:blipFill>
        <p:spPr>
          <a:xfrm xmlns:a="http://schemas.openxmlformats.org/drawingml/2006/main" rot="10800000" flipH="1">
            <a:off x="205075" y="281650"/>
            <a:ext cx="8718450" cy="725400"/>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11" name="Google Shape;11;p2">
            <a:extLst xmlns:a="http://schemas.openxmlformats.org/drawingml/2006/main">
              <a:ext uri="{FF2B5EF4-FFF2-40B4-BE49-F238E27FC236}">
                <a16:creationId xmlns:a16="http://schemas.microsoft.com/office/drawing/2014/main" id="{DC0CA757-6965-4F0F-A6E1-86B50FD26105}"/>
              </a:ext>
            </a:extLst>
          </p:cNvPr>
          <p:cNvSpPr>
            <a:spLocks xmlns:a="http://schemas.openxmlformats.org/drawingml/2006/main" noGrp="1"/>
          </p:cNvSpPr>
          <p:nvPr/>
        </p:nvSpPr>
        <p:spPr>
          <a:xfrm xmlns:a="http://schemas.openxmlformats.org/drawingml/2006/main">
            <a:off x="203850" y="994475"/>
            <a:ext cx="8735050" cy="3882375"/>
          </a:xfrm>
          <a:custGeom xmlns:a="http://schemas.openxmlformats.org/drawingml/2006/main">
            <a:rect l="l" t="t" r="r" b="b"/>
            <a:pathLst>
              <a:path w="349402" h="155295">
                <a:moveTo>
                  <a:pt x="306037" y="155295"/>
                </a:moveTo>
                <a:lnTo>
                  <a:pt x="139" y="154882"/>
                </a:lnTo>
                <a:lnTo>
                  <a:pt x="0" y="0"/>
                </a:lnTo>
                <a:lnTo>
                  <a:pt x="349402" y="5216"/>
                </a:lnTo>
                <a:lnTo>
                  <a:pt x="349331" y="51144"/>
                </a:lnTo>
              </a:path>
            </a:pathLst>
          </a:custGeom>
          <a:noFill xmlns:a="http://schemas.openxmlformats.org/drawingml/2006/main"/>
          <a:ln xmlns:a="http://schemas.openxmlformats.org/drawingml/2006/main" w="19050" cap="flat" cmpd="sng">
            <a:solidFill>
              <a:schemeClr val="dk1"/>
            </a:solidFill>
            <a:prstDash val="solid"/>
            <a:round/>
            <a:headEnd type="none" w="med" len="med"/>
            <a:tailEnd type="none" w="med" len="med"/>
          </a:ln>
        </p:spPr>
      </p:sp>
      <p:sp>
        <p:nvSpPr>
          <p:cNvPr id="12" name="Google Shape;12;p2">
            <a:extLst xmlns:a="http://schemas.openxmlformats.org/drawingml/2006/main">
              <a:ext uri="{FF2B5EF4-FFF2-40B4-BE49-F238E27FC236}">
                <a16:creationId xmlns:a16="http://schemas.microsoft.com/office/drawing/2014/main" id="{0D02DF62-AD54-41C3-9131-980313705DBA}"/>
              </a:ext>
            </a:extLst>
          </p:cNvPr>
          <p:cNvSpPr>
            <a:spLocks xmlns:a="http://schemas.openxmlformats.org/drawingml/2006/main" noGrp="1"/>
          </p:cNvSpPr>
          <p:nvPr>
            <p:ph type="ctrTitle" idx="0"/>
          </p:nvPr>
        </p:nvSpPr>
        <p:spPr>
          <a:xfrm xmlns:a="http://schemas.openxmlformats.org/drawingml/2006/main">
            <a:off x="637026" y="1470125"/>
            <a:ext cx="5600400" cy="21804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lnSpc>
                <a:spcPct val="90000"/>
              </a:lnSpc>
              <a:spcBef>
                <a:spcPts val="0"/>
              </a:spcBef>
              <a:spcAft>
                <a:spcPts val="0"/>
              </a:spcAft>
              <a:buSzPts val="5200"/>
              <a:buNone/>
              <a:defRPr sz="8200"/>
            </a:lvl1pPr>
            <a:lvl2pPr algn="ctr">
              <a:spcBef>
                <a:spcPts val="0"/>
              </a:spcBef>
              <a:spcAft>
                <a:spcPts val="0"/>
              </a:spcAft>
              <a:buClr>
                <a:srgbClr val="191919"/>
              </a:buClr>
              <a:buSzPts val="5200"/>
              <a:buNone/>
              <a:defRPr sz="5200">
                <a:solidFill>
                  <a:srgbClr val="191919"/>
                </a:solidFill>
              </a:defRPr>
            </a:lvl2pPr>
            <a:lvl3pPr algn="ctr">
              <a:spcBef>
                <a:spcPts val="0"/>
              </a:spcBef>
              <a:spcAft>
                <a:spcPts val="0"/>
              </a:spcAft>
              <a:buClr>
                <a:srgbClr val="191919"/>
              </a:buClr>
              <a:buSzPts val="5200"/>
              <a:buNone/>
              <a:defRPr sz="5200">
                <a:solidFill>
                  <a:srgbClr val="191919"/>
                </a:solidFill>
              </a:defRPr>
            </a:lvl3pPr>
            <a:lvl4pPr algn="ctr">
              <a:spcBef>
                <a:spcPts val="0"/>
              </a:spcBef>
              <a:spcAft>
                <a:spcPts val="0"/>
              </a:spcAft>
              <a:buClr>
                <a:srgbClr val="191919"/>
              </a:buClr>
              <a:buSzPts val="5200"/>
              <a:buNone/>
              <a:defRPr sz="5200">
                <a:solidFill>
                  <a:srgbClr val="191919"/>
                </a:solidFill>
              </a:defRPr>
            </a:lvl4pPr>
            <a:lvl5pPr algn="ctr">
              <a:spcBef>
                <a:spcPts val="0"/>
              </a:spcBef>
              <a:spcAft>
                <a:spcPts val="0"/>
              </a:spcAft>
              <a:buClr>
                <a:srgbClr val="191919"/>
              </a:buClr>
              <a:buSzPts val="5200"/>
              <a:buNone/>
              <a:defRPr sz="5200">
                <a:solidFill>
                  <a:srgbClr val="191919"/>
                </a:solidFill>
              </a:defRPr>
            </a:lvl5pPr>
            <a:lvl6pPr algn="ctr">
              <a:spcBef>
                <a:spcPts val="0"/>
              </a:spcBef>
              <a:spcAft>
                <a:spcPts val="0"/>
              </a:spcAft>
              <a:buClr>
                <a:srgbClr val="191919"/>
              </a:buClr>
              <a:buSzPts val="5200"/>
              <a:buNone/>
              <a:defRPr sz="5200">
                <a:solidFill>
                  <a:srgbClr val="191919"/>
                </a:solidFill>
              </a:defRPr>
            </a:lvl6pPr>
            <a:lvl7pPr algn="ctr">
              <a:spcBef>
                <a:spcPts val="0"/>
              </a:spcBef>
              <a:spcAft>
                <a:spcPts val="0"/>
              </a:spcAft>
              <a:buClr>
                <a:srgbClr val="191919"/>
              </a:buClr>
              <a:buSzPts val="5200"/>
              <a:buNone/>
              <a:defRPr sz="5200">
                <a:solidFill>
                  <a:srgbClr val="191919"/>
                </a:solidFill>
              </a:defRPr>
            </a:lvl7pPr>
            <a:lvl8pPr algn="ctr">
              <a:spcBef>
                <a:spcPts val="0"/>
              </a:spcBef>
              <a:spcAft>
                <a:spcPts val="0"/>
              </a:spcAft>
              <a:buClr>
                <a:srgbClr val="191919"/>
              </a:buClr>
              <a:buSzPts val="5200"/>
              <a:buNone/>
              <a:defRPr sz="5200">
                <a:solidFill>
                  <a:srgbClr val="191919"/>
                </a:solidFill>
              </a:defRPr>
            </a:lvl8pPr>
            <a:lvl9pPr algn="ctr">
              <a:spcBef>
                <a:spcPts val="0"/>
              </a:spcBef>
              <a:spcAft>
                <a:spcPts val="0"/>
              </a:spcAft>
              <a:buClr>
                <a:srgbClr val="191919"/>
              </a:buClr>
              <a:buSzPts val="5200"/>
              <a:buNone/>
              <a:defRPr sz="5200">
                <a:solidFill>
                  <a:srgbClr val="191919"/>
                </a:solidFill>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9DD68FB8-6C0A-4C59-B922-EA7978C992B8}"/>
              </a:ext>
            </a:extLst>
          </p:cNvPr>
          <p:cNvSpPr>
            <a:spLocks xmlns:a="http://schemas.openxmlformats.org/drawingml/2006/main" noGrp="1"/>
          </p:cNvSpPr>
          <p:nvPr>
            <p:ph type="subTitle" idx="1"/>
          </p:nvPr>
        </p:nvSpPr>
        <p:spPr>
          <a:xfrm xmlns:a="http://schemas.openxmlformats.org/drawingml/2006/main">
            <a:off x="952725" y="3706675"/>
            <a:ext cx="4968900" cy="430500"/>
          </a:xfrm>
          <a:prstGeom xmlns:a="http://schemas.openxmlformats.org/drawingml/2006/main" prst="rect">
            <a:avLst/>
          </a:prstGeom>
          <a:solidFill xmlns:a="http://schemas.openxmlformats.org/drawingml/2006/main">
            <a:srgbClr val="FF838E"/>
          </a:solidFill>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lvl1pPr algn="ctr">
              <a:lnSpc>
                <a:spcPct val="100000"/>
              </a:lnSpc>
              <a:spcBef>
                <a:spcPts val="0"/>
              </a:spcBef>
              <a:spcAft>
                <a:spcPts val="0"/>
              </a:spcAft>
              <a:buSzPts val="1400"/>
              <a:buNone/>
              <a:defRPr sz="1600">
                <a:latin typeface="Courier Prime"/>
                <a:ea typeface="Courier Prime"/>
                <a:cs typeface="Courier Prime"/>
              </a:defRPr>
            </a:lvl1pPr>
            <a:lvl2pPr algn="ctr">
              <a:lnSpc>
                <a:spcPct val="100000"/>
              </a:lnSpc>
              <a:spcBef>
                <a:spcPts val="0"/>
              </a:spcBef>
              <a:spcAft>
                <a:spcPts val="0"/>
              </a:spcAft>
              <a:buSzPts val="1800"/>
              <a:buNone/>
              <a:defRPr sz="1800"/>
            </a:lvl2pPr>
            <a:lvl3pPr algn="ctr">
              <a:lnSpc>
                <a:spcPct val="100000"/>
              </a:lnSpc>
              <a:spcBef>
                <a:spcPts val="0"/>
              </a:spcBef>
              <a:spcAft>
                <a:spcPts val="0"/>
              </a:spcAft>
              <a:buSzPts val="1800"/>
              <a:buNone/>
              <a:defRPr sz="1800"/>
            </a:lvl3pPr>
            <a:lvl4pPr algn="ctr">
              <a:lnSpc>
                <a:spcPct val="100000"/>
              </a:lnSpc>
              <a:spcBef>
                <a:spcPts val="0"/>
              </a:spcBef>
              <a:spcAft>
                <a:spcPts val="0"/>
              </a:spcAft>
              <a:buSzPts val="1800"/>
              <a:buNone/>
              <a:defRPr sz="1800"/>
            </a:lvl4pPr>
            <a:lvl5pPr algn="ctr">
              <a:lnSpc>
                <a:spcPct val="100000"/>
              </a:lnSpc>
              <a:spcBef>
                <a:spcPts val="0"/>
              </a:spcBef>
              <a:spcAft>
                <a:spcPts val="0"/>
              </a:spcAft>
              <a:buSzPts val="1800"/>
              <a:buNone/>
              <a:defRPr sz="1800"/>
            </a:lvl5pPr>
            <a:lvl6pPr algn="ctr">
              <a:lnSpc>
                <a:spcPct val="100000"/>
              </a:lnSpc>
              <a:spcBef>
                <a:spcPts val="0"/>
              </a:spcBef>
              <a:spcAft>
                <a:spcPts val="0"/>
              </a:spcAft>
              <a:buSzPts val="1800"/>
              <a:buNone/>
              <a:defRPr sz="1800"/>
            </a:lvl6pPr>
            <a:lvl7pPr algn="ctr">
              <a:lnSpc>
                <a:spcPct val="100000"/>
              </a:lnSpc>
              <a:spcBef>
                <a:spcPts val="0"/>
              </a:spcBef>
              <a:spcAft>
                <a:spcPts val="0"/>
              </a:spcAft>
              <a:buSzPts val="1800"/>
              <a:buNone/>
              <a:defRPr sz="1800"/>
            </a:lvl7pPr>
            <a:lvl8pPr algn="ctr">
              <a:lnSpc>
                <a:spcPct val="100000"/>
              </a:lnSpc>
              <a:spcBef>
                <a:spcPts val="0"/>
              </a:spcBef>
              <a:spcAft>
                <a:spcPts val="0"/>
              </a:spcAft>
              <a:buSzPts val="1800"/>
              <a:buNone/>
              <a:defRPr sz="1800"/>
            </a:lvl8pPr>
            <a:lvl9pPr algn="ctr">
              <a:lnSpc>
                <a:spcPct val="100000"/>
              </a:lnSpc>
              <a:spcBef>
                <a:spcPts val="0"/>
              </a:spcBef>
              <a:spcAft>
                <a:spcPts val="0"/>
              </a:spcAft>
              <a:buSzPts val="1800"/>
              <a:buNone/>
              <a:defRPr sz="1800"/>
            </a:lvl9pPr>
          </a:lstStyle>
          <a:p xmlns:a="http://schemas.openxmlformats.org/drawingml/2006/main"/>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pic>
        <p:nvPicPr>
          <p:cNvPr id="15" name="Google Shape;15;p3">
            <a:extLst xmlns:a="http://schemas.openxmlformats.org/drawingml/2006/main">
              <a:ext uri="{FF2B5EF4-FFF2-40B4-BE49-F238E27FC236}">
                <a16:creationId xmlns:a16="http://schemas.microsoft.com/office/drawing/2014/main" id="{9573E8D3-A8A4-4919-8707-6A91678A15E9}"/>
              </a:ext>
            </a:extLst>
          </p:cNvPr>
          <p:cNvPicPr>
            <a:picLocks xmlns:a="http://schemas.openxmlformats.org/drawingml/2006/main" noChangeAspect="1"/>
          </p:cNvPicPr>
          <p:nvPr/>
        </p:nvPicPr>
        <p:blipFill>
          <a:blip xmlns:r="http://schemas.openxmlformats.org/officeDocument/2006/relationships" xmlns:a="http://schemas.openxmlformats.org/drawingml/2006/main" r:embed="R29ae9c24a60e4604">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pic>
        <p:nvPicPr>
          <p:cNvPr id="16" name="Google Shape;16;p3">
            <a:extLst xmlns:a="http://schemas.openxmlformats.org/drawingml/2006/main">
              <a:ext uri="{FF2B5EF4-FFF2-40B4-BE49-F238E27FC236}">
                <a16:creationId xmlns:a16="http://schemas.microsoft.com/office/drawing/2014/main" id="{F0A17637-CF7D-4A9D-80AE-9F84F0654CB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315d1a105eb4716">
            <a:alphaModFix/>
          </a:blip>
          <a:srcRect xmlns:a="http://schemas.openxmlformats.org/drawingml/2006/main" l="-463" t="89411" r="-181" b="857"/>
          <a:stretch xmlns:a="http://schemas.openxmlformats.org/drawingml/2006/main"/>
        </p:blipFill>
        <p:spPr>
          <a:xfrm xmlns:a="http://schemas.openxmlformats.org/drawingml/2006/main" rot="10800000" flipH="1">
            <a:off x="205075" y="281650"/>
            <a:ext cx="8718450" cy="725400"/>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17" name="Google Shape;17;p3">
            <a:extLst xmlns:a="http://schemas.openxmlformats.org/drawingml/2006/main">
              <a:ext uri="{FF2B5EF4-FFF2-40B4-BE49-F238E27FC236}">
                <a16:creationId xmlns:a16="http://schemas.microsoft.com/office/drawing/2014/main" id="{904F581A-7642-4B6A-9F25-34D34F61DE90}"/>
              </a:ext>
            </a:extLst>
          </p:cNvPr>
          <p:cNvSpPr>
            <a:spLocks xmlns:a="http://schemas.openxmlformats.org/drawingml/2006/main" noGrp="1"/>
          </p:cNvSpPr>
          <p:nvPr/>
        </p:nvSpPr>
        <p:spPr>
          <a:xfrm xmlns:a="http://schemas.openxmlformats.org/drawingml/2006/main">
            <a:off x="203850" y="1103050"/>
            <a:ext cx="8733625" cy="3778800"/>
          </a:xfrm>
          <a:custGeom xmlns:a="http://schemas.openxmlformats.org/drawingml/2006/main">
            <a:rect l="l" t="t" r="r" b="b"/>
            <a:pathLst>
              <a:path w="349345" h="151152">
                <a:moveTo>
                  <a:pt x="316437" y="151152"/>
                </a:moveTo>
                <a:lnTo>
                  <a:pt x="0" y="150569"/>
                </a:lnTo>
                <a:lnTo>
                  <a:pt x="0" y="0"/>
                </a:lnTo>
                <a:lnTo>
                  <a:pt x="349345" y="0"/>
                </a:lnTo>
                <a:lnTo>
                  <a:pt x="349331" y="57041"/>
                </a:lnTo>
              </a:path>
            </a:pathLst>
          </a:custGeom>
          <a:noFill xmlns:a="http://schemas.openxmlformats.org/drawingml/2006/main"/>
          <a:ln xmlns:a="http://schemas.openxmlformats.org/drawingml/2006/main" w="19050" cap="flat" cmpd="sng">
            <a:solidFill>
              <a:schemeClr val="dk1"/>
            </a:solidFill>
            <a:prstDash val="solid"/>
            <a:round/>
            <a:headEnd type="none" w="med" len="med"/>
            <a:tailEnd type="none" w="med" len="med"/>
          </a:ln>
        </p:spPr>
      </p:sp>
      <p:sp>
        <p:nvSpPr>
          <p:cNvPr id="18" name="Google Shape;18;p3">
            <a:extLst xmlns:a="http://schemas.openxmlformats.org/drawingml/2006/main">
              <a:ext uri="{FF2B5EF4-FFF2-40B4-BE49-F238E27FC236}">
                <a16:creationId xmlns:a16="http://schemas.microsoft.com/office/drawing/2014/main" id="{3D5D2A8A-0061-4CDF-AF19-2C076634FF86}"/>
              </a:ext>
            </a:extLst>
          </p:cNvPr>
          <p:cNvSpPr>
            <a:spLocks xmlns:a="http://schemas.openxmlformats.org/drawingml/2006/main" noGrp="1"/>
          </p:cNvSpPr>
          <p:nvPr>
            <p:ph type="title" idx="0"/>
          </p:nvPr>
        </p:nvSpPr>
        <p:spPr>
          <a:xfrm xmlns:a="http://schemas.openxmlformats.org/drawingml/2006/main">
            <a:off x="2195938" y="2011675"/>
            <a:ext cx="4001400" cy="10956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nSpc>
                <a:spcPct val="80000"/>
              </a:lnSpc>
              <a:spcBef>
                <a:spcPts val="0"/>
              </a:spcBef>
              <a:spcAft>
                <a:spcPts val="0"/>
              </a:spcAft>
              <a:buSzPts val="3600"/>
              <a:buNone/>
              <a:defRPr sz="42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7609BC90-022B-4E58-9521-3D7FDEAD1F2A}"/>
              </a:ext>
            </a:extLst>
          </p:cNvPr>
          <p:cNvSpPr>
            <a:spLocks xmlns:a="http://schemas.openxmlformats.org/drawingml/2006/main" noGrp="1"/>
          </p:cNvSpPr>
          <p:nvPr>
            <p:ph type="title" idx="2" hasCustomPrompt="1"/>
          </p:nvPr>
        </p:nvSpPr>
        <p:spPr>
          <a:xfrm xmlns:a="http://schemas.openxmlformats.org/drawingml/2006/main">
            <a:off x="772128" y="1924675"/>
            <a:ext cx="1268400" cy="12696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SzPts val="6000"/>
              <a:buNone/>
              <a:defRPr sz="6000"/>
            </a:lvl1pPr>
            <a:lvl2pPr algn="ctr">
              <a:spcBef>
                <a:spcPts val="0"/>
              </a:spcBef>
              <a:spcAft>
                <a:spcPts val="0"/>
              </a:spcAft>
              <a:buSzPts val="6000"/>
              <a:buNone/>
              <a:defRPr sz="6000"/>
            </a:lvl2pPr>
            <a:lvl3pPr algn="ctr">
              <a:spcBef>
                <a:spcPts val="0"/>
              </a:spcBef>
              <a:spcAft>
                <a:spcPts val="0"/>
              </a:spcAft>
              <a:buSzPts val="6000"/>
              <a:buNone/>
              <a:defRPr sz="6000"/>
            </a:lvl3pPr>
            <a:lvl4pPr algn="ctr">
              <a:spcBef>
                <a:spcPts val="0"/>
              </a:spcBef>
              <a:spcAft>
                <a:spcPts val="0"/>
              </a:spcAft>
              <a:buSzPts val="6000"/>
              <a:buNone/>
              <a:defRPr sz="6000"/>
            </a:lvl4pPr>
            <a:lvl5pPr algn="ctr">
              <a:spcBef>
                <a:spcPts val="0"/>
              </a:spcBef>
              <a:spcAft>
                <a:spcPts val="0"/>
              </a:spcAft>
              <a:buSzPts val="6000"/>
              <a:buNone/>
              <a:defRPr sz="6000"/>
            </a:lvl5pPr>
            <a:lvl6pPr algn="ctr">
              <a:spcBef>
                <a:spcPts val="0"/>
              </a:spcBef>
              <a:spcAft>
                <a:spcPts val="0"/>
              </a:spcAft>
              <a:buSzPts val="6000"/>
              <a:buNone/>
              <a:defRPr sz="6000"/>
            </a:lvl6pPr>
            <a:lvl7pPr algn="ctr">
              <a:spcBef>
                <a:spcPts val="0"/>
              </a:spcBef>
              <a:spcAft>
                <a:spcPts val="0"/>
              </a:spcAft>
              <a:buSzPts val="6000"/>
              <a:buNone/>
              <a:defRPr sz="6000"/>
            </a:lvl7pPr>
            <a:lvl8pPr algn="ctr">
              <a:spcBef>
                <a:spcPts val="0"/>
              </a:spcBef>
              <a:spcAft>
                <a:spcPts val="0"/>
              </a:spcAft>
              <a:buSzPts val="6000"/>
              <a:buNone/>
              <a:defRPr sz="6000"/>
            </a:lvl8pPr>
            <a:lvl9pPr algn="ctr">
              <a:spcBef>
                <a:spcPts val="0"/>
              </a:spcBef>
              <a:spcAft>
                <a:spcPts val="0"/>
              </a:spcAft>
              <a:buSzPts val="6000"/>
              <a:buNone/>
              <a:defRPr sz="6000"/>
            </a:lvl9pPr>
          </a:lstStyle>
          <a:p xmlns:a="http://schemas.openxmlformats.org/drawingml/2006/main">
            <a:r>
              <a:t>xx%</a:t>
            </a:r>
          </a:p>
        </p:txBody>
      </p:sp>
      <p:sp>
        <p:nvSpPr>
          <p:cNvPr id="20" name="Google Shape;20;p3">
            <a:extLst xmlns:a="http://schemas.openxmlformats.org/drawingml/2006/main">
              <a:ext uri="{FF2B5EF4-FFF2-40B4-BE49-F238E27FC236}">
                <a16:creationId xmlns:a16="http://schemas.microsoft.com/office/drawing/2014/main" id="{896AD895-919E-4553-9ABB-03A28469479E}"/>
              </a:ext>
            </a:extLst>
          </p:cNvPr>
          <p:cNvSpPr>
            <a:spLocks xmlns:a="http://schemas.openxmlformats.org/drawingml/2006/main" noGrp="1"/>
          </p:cNvSpPr>
          <p:nvPr>
            <p:ph type="subTitle" idx="1"/>
          </p:nvPr>
        </p:nvSpPr>
        <p:spPr>
          <a:xfrm xmlns:a="http://schemas.openxmlformats.org/drawingml/2006/main">
            <a:off x="2195950" y="3269575"/>
            <a:ext cx="3631800" cy="533700"/>
          </a:xfrm>
          <a:prstGeom xmlns:a="http://schemas.openxmlformats.org/drawingml/2006/main" prst="rect">
            <a:avLst/>
          </a:prstGeom>
          <a:solidFill xmlns:a="http://schemas.openxmlformats.org/drawingml/2006/main">
            <a:schemeClr val="dk2"/>
          </a:solidFill>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lvl1pPr>
              <a:lnSpc>
                <a:spcPct val="100000"/>
              </a:lnSpc>
              <a:spcBef>
                <a:spcPts val="0"/>
              </a:spcBef>
              <a:spcAft>
                <a:spcPts val="0"/>
              </a:spcAft>
              <a:buSzPts val="1400"/>
              <a:buNone/>
              <a:defRPr sz="16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pic>
        <p:nvPicPr>
          <p:cNvPr id="22" name="Google Shape;22;p4">
            <a:extLst xmlns:a="http://schemas.openxmlformats.org/drawingml/2006/main">
              <a:ext uri="{FF2B5EF4-FFF2-40B4-BE49-F238E27FC236}">
                <a16:creationId xmlns:a16="http://schemas.microsoft.com/office/drawing/2014/main" id="{22055011-1C36-47E8-9585-29A2BE79B9DE}"/>
              </a:ext>
            </a:extLst>
          </p:cNvPr>
          <p:cNvPicPr>
            <a:picLocks xmlns:a="http://schemas.openxmlformats.org/drawingml/2006/main" noChangeAspect="1"/>
          </p:cNvPicPr>
          <p:nvPr/>
        </p:nvPicPr>
        <p:blipFill>
          <a:blip xmlns:r="http://schemas.openxmlformats.org/officeDocument/2006/relationships" xmlns:a="http://schemas.openxmlformats.org/drawingml/2006/main" r:embed="R3828c70f441a475b">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23" name="Google Shape;23;p4">
            <a:extLst xmlns:a="http://schemas.openxmlformats.org/drawingml/2006/main">
              <a:ext uri="{FF2B5EF4-FFF2-40B4-BE49-F238E27FC236}">
                <a16:creationId xmlns:a16="http://schemas.microsoft.com/office/drawing/2014/main" id="{8AAF8A1A-CA63-41B2-AA41-96D503D1FA1D}"/>
              </a:ext>
            </a:extLst>
          </p:cNvPr>
          <p:cNvSpPr>
            <a:spLocks xmlns:a="http://schemas.openxmlformats.org/drawingml/2006/main" noGrp="1"/>
          </p:cNvSpPr>
          <p:nvPr/>
        </p:nvSpPr>
        <p:spPr>
          <a:xfrm xmlns:a="http://schemas.openxmlformats.org/drawingml/2006/main">
            <a:off x="203850" y="276150"/>
            <a:ext cx="8736300" cy="39432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4" name="Google Shape;24;p4">
            <a:extLst xmlns:a="http://schemas.openxmlformats.org/drawingml/2006/main">
              <a:ext uri="{FF2B5EF4-FFF2-40B4-BE49-F238E27FC236}">
                <a16:creationId xmlns:a16="http://schemas.microsoft.com/office/drawing/2014/main" id="{67628DEE-D585-40BC-B7DB-F35CB69AAD0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641b225bd6240da">
            <a:alphaModFix/>
          </a:blip>
          <a:srcRect xmlns:a="http://schemas.openxmlformats.org/drawingml/2006/main" l="-302" t="89411" r="-251" b="3474"/>
          <a:stretch xmlns:a="http://schemas.openxmlformats.org/drawingml/2006/main"/>
        </p:blipFill>
        <p:spPr>
          <a:xfrm xmlns:a="http://schemas.openxmlformats.org/drawingml/2006/main" rot="10800000">
            <a:off x="205075" y="4336975"/>
            <a:ext cx="8710325" cy="530375"/>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25" name="Google Shape;25;p4">
            <a:extLst xmlns:a="http://schemas.openxmlformats.org/drawingml/2006/main">
              <a:ext uri="{FF2B5EF4-FFF2-40B4-BE49-F238E27FC236}">
                <a16:creationId xmlns:a16="http://schemas.microsoft.com/office/drawing/2014/main" id="{EFC30E7A-85ED-4F75-952A-54526E61081C}"/>
              </a:ext>
            </a:extLst>
          </p:cNvPr>
          <p:cNvSpPr>
            <a:spLocks xmlns:a="http://schemas.openxmlformats.org/drawingml/2006/main" noGrp="1"/>
          </p:cNvSpPr>
          <p:nvPr>
            <p:ph type="title" idx="0"/>
          </p:nvPr>
        </p:nvSpPr>
        <p:spPr>
          <a:xfrm xmlns:a="http://schemas.openxmlformats.org/drawingml/2006/main">
            <a:off x="720000" y="445025"/>
            <a:ext cx="7704000" cy="5727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3000"/>
              <a:buNone/>
              <a:defRPr sz="30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xmlns:a="http://schemas.openxmlformats.org/drawingml/2006/main"/>
        </p:txBody>
      </p:sp>
      <p:sp>
        <p:nvSpPr>
          <p:cNvPr id="26" name="Google Shape;26;p4">
            <a:extLst xmlns:a="http://schemas.openxmlformats.org/drawingml/2006/main">
              <a:ext uri="{FF2B5EF4-FFF2-40B4-BE49-F238E27FC236}">
                <a16:creationId xmlns:a16="http://schemas.microsoft.com/office/drawing/2014/main" id="{E010A9EC-7F92-41D0-A9BC-4D83E6C71CBB}"/>
              </a:ext>
            </a:extLst>
          </p:cNvPr>
          <p:cNvSpPr>
            <a:spLocks xmlns:a="http://schemas.openxmlformats.org/drawingml/2006/main" noGrp="1"/>
          </p:cNvSpPr>
          <p:nvPr>
            <p:ph type="subTitle" idx="1"/>
          </p:nvPr>
        </p:nvSpPr>
        <p:spPr>
          <a:xfrm xmlns:a="http://schemas.openxmlformats.org/drawingml/2006/main">
            <a:off x="713250" y="941525"/>
            <a:ext cx="7717500" cy="2868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xmlns:a="http://schemas.openxmlformats.org/drawingml/2006/main"/>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pic>
        <p:nvPicPr>
          <p:cNvPr id="28" name="Google Shape;28;p5">
            <a:extLst xmlns:a="http://schemas.openxmlformats.org/drawingml/2006/main">
              <a:ext uri="{FF2B5EF4-FFF2-40B4-BE49-F238E27FC236}">
                <a16:creationId xmlns:a16="http://schemas.microsoft.com/office/drawing/2014/main" id="{EF43A97C-EFD3-4045-96A3-76CBB70D8D84}"/>
              </a:ext>
            </a:extLst>
          </p:cNvPr>
          <p:cNvPicPr>
            <a:picLocks xmlns:a="http://schemas.openxmlformats.org/drawingml/2006/main" noChangeAspect="1"/>
          </p:cNvPicPr>
          <p:nvPr/>
        </p:nvPicPr>
        <p:blipFill>
          <a:blip xmlns:r="http://schemas.openxmlformats.org/officeDocument/2006/relationships" xmlns:a="http://schemas.openxmlformats.org/drawingml/2006/main" r:embed="R2af1c6f6c437450e">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29" name="Google Shape;29;p5">
            <a:extLst xmlns:a="http://schemas.openxmlformats.org/drawingml/2006/main">
              <a:ext uri="{FF2B5EF4-FFF2-40B4-BE49-F238E27FC236}">
                <a16:creationId xmlns:a16="http://schemas.microsoft.com/office/drawing/2014/main" id="{FFF380BE-9E6E-46C2-84F0-1FF09F5221B2}"/>
              </a:ext>
            </a:extLst>
          </p:cNvPr>
          <p:cNvSpPr>
            <a:spLocks xmlns:a="http://schemas.openxmlformats.org/drawingml/2006/main" noGrp="1"/>
          </p:cNvSpPr>
          <p:nvPr/>
        </p:nvSpPr>
        <p:spPr>
          <a:xfrm xmlns:a="http://schemas.openxmlformats.org/drawingml/2006/main">
            <a:off x="203850" y="276150"/>
            <a:ext cx="7980300" cy="45912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0" name="Google Shape;30;p5">
            <a:extLst xmlns:a="http://schemas.openxmlformats.org/drawingml/2006/main">
              <a:ext uri="{FF2B5EF4-FFF2-40B4-BE49-F238E27FC236}">
                <a16:creationId xmlns:a16="http://schemas.microsoft.com/office/drawing/2014/main" id="{A9BB8A92-97BA-4A61-8C56-A675B41535B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a8e69adfb524b96">
            <a:alphaModFix/>
          </a:blip>
          <a:srcRect xmlns:a="http://schemas.openxmlformats.org/drawingml/2006/main" l="47076" t="90815" r="48" b="858"/>
          <a:stretch xmlns:a="http://schemas.openxmlformats.org/drawingml/2006/main"/>
        </p:blipFill>
        <p:spPr>
          <a:xfrm xmlns:a="http://schemas.openxmlformats.org/drawingml/2006/main" rot="-5400000" flipH="1">
            <a:off x="6314788" y="2268088"/>
            <a:ext cx="4580475" cy="620750"/>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31" name="Google Shape;31;p5">
            <a:extLst xmlns:a="http://schemas.openxmlformats.org/drawingml/2006/main">
              <a:ext uri="{FF2B5EF4-FFF2-40B4-BE49-F238E27FC236}">
                <a16:creationId xmlns:a16="http://schemas.microsoft.com/office/drawing/2014/main" id="{3F6EB8A1-AA84-497D-895A-DFACD162CFFC}"/>
              </a:ext>
            </a:extLst>
          </p:cNvPr>
          <p:cNvSpPr>
            <a:spLocks xmlns:a="http://schemas.openxmlformats.org/drawingml/2006/main" noGrp="1"/>
          </p:cNvSpPr>
          <p:nvPr>
            <p:ph type="subTitle" idx="1"/>
          </p:nvPr>
        </p:nvSpPr>
        <p:spPr>
          <a:xfrm xmlns:a="http://schemas.openxmlformats.org/drawingml/2006/main">
            <a:off x="2196000" y="1569475"/>
            <a:ext cx="4752000" cy="4257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Bebas Neue"/>
              <a:buNone/>
              <a:defRPr sz="2200">
                <a:latin typeface="Limelight"/>
                <a:ea typeface="Limelight"/>
                <a:cs typeface="Limelight"/>
              </a:defRPr>
            </a:lvl1pPr>
            <a:lvl2pPr algn="ctr">
              <a:lnSpc>
                <a:spcPct val="100000"/>
              </a:lnSpc>
              <a:spcBef>
                <a:spcPts val="0"/>
              </a:spcBef>
              <a:spcAft>
                <a:spcPts val="0"/>
              </a:spcAft>
              <a:buSzPts val="2400"/>
              <a:buFont typeface="Bebas Neue"/>
              <a:buNone/>
              <a:defRPr sz="2400">
                <a:latin typeface="Bebas Neue"/>
                <a:ea typeface="Bebas Neue"/>
                <a:cs typeface="Bebas Neue"/>
              </a:defRPr>
            </a:lvl2pPr>
            <a:lvl3pPr algn="ctr">
              <a:lnSpc>
                <a:spcPct val="100000"/>
              </a:lnSpc>
              <a:spcBef>
                <a:spcPts val="0"/>
              </a:spcBef>
              <a:spcAft>
                <a:spcPts val="0"/>
              </a:spcAft>
              <a:buSzPts val="2400"/>
              <a:buFont typeface="Bebas Neue"/>
              <a:buNone/>
              <a:defRPr sz="2400">
                <a:latin typeface="Bebas Neue"/>
                <a:ea typeface="Bebas Neue"/>
                <a:cs typeface="Bebas Neue"/>
              </a:defRPr>
            </a:lvl3pPr>
            <a:lvl4pPr algn="ctr">
              <a:lnSpc>
                <a:spcPct val="100000"/>
              </a:lnSpc>
              <a:spcBef>
                <a:spcPts val="0"/>
              </a:spcBef>
              <a:spcAft>
                <a:spcPts val="0"/>
              </a:spcAft>
              <a:buSzPts val="2400"/>
              <a:buFont typeface="Bebas Neue"/>
              <a:buNone/>
              <a:defRPr sz="2400">
                <a:latin typeface="Bebas Neue"/>
                <a:ea typeface="Bebas Neue"/>
                <a:cs typeface="Bebas Neue"/>
              </a:defRPr>
            </a:lvl4pPr>
            <a:lvl5pPr algn="ctr">
              <a:lnSpc>
                <a:spcPct val="100000"/>
              </a:lnSpc>
              <a:spcBef>
                <a:spcPts val="0"/>
              </a:spcBef>
              <a:spcAft>
                <a:spcPts val="0"/>
              </a:spcAft>
              <a:buSzPts val="2400"/>
              <a:buFont typeface="Bebas Neue"/>
              <a:buNone/>
              <a:defRPr sz="2400">
                <a:latin typeface="Bebas Neue"/>
                <a:ea typeface="Bebas Neue"/>
                <a:cs typeface="Bebas Neue"/>
              </a:defRPr>
            </a:lvl5pPr>
            <a:lvl6pPr algn="ctr">
              <a:lnSpc>
                <a:spcPct val="100000"/>
              </a:lnSpc>
              <a:spcBef>
                <a:spcPts val="0"/>
              </a:spcBef>
              <a:spcAft>
                <a:spcPts val="0"/>
              </a:spcAft>
              <a:buSzPts val="2400"/>
              <a:buFont typeface="Bebas Neue"/>
              <a:buNone/>
              <a:defRPr sz="2400">
                <a:latin typeface="Bebas Neue"/>
                <a:ea typeface="Bebas Neue"/>
                <a:cs typeface="Bebas Neue"/>
              </a:defRPr>
            </a:lvl6pPr>
            <a:lvl7pPr algn="ctr">
              <a:lnSpc>
                <a:spcPct val="100000"/>
              </a:lnSpc>
              <a:spcBef>
                <a:spcPts val="0"/>
              </a:spcBef>
              <a:spcAft>
                <a:spcPts val="0"/>
              </a:spcAft>
              <a:buSzPts val="2400"/>
              <a:buFont typeface="Bebas Neue"/>
              <a:buNone/>
              <a:defRPr sz="2400">
                <a:latin typeface="Bebas Neue"/>
                <a:ea typeface="Bebas Neue"/>
                <a:cs typeface="Bebas Neue"/>
              </a:defRPr>
            </a:lvl7pPr>
            <a:lvl8pPr algn="ctr">
              <a:lnSpc>
                <a:spcPct val="100000"/>
              </a:lnSpc>
              <a:spcBef>
                <a:spcPts val="0"/>
              </a:spcBef>
              <a:spcAft>
                <a:spcPts val="0"/>
              </a:spcAft>
              <a:buSzPts val="2400"/>
              <a:buFont typeface="Bebas Neue"/>
              <a:buNone/>
              <a:defRPr sz="2400">
                <a:latin typeface="Bebas Neue"/>
                <a:ea typeface="Bebas Neue"/>
                <a:cs typeface="Bebas Neue"/>
              </a:defRPr>
            </a:lvl8pPr>
            <a:lvl9pPr algn="ctr">
              <a:lnSpc>
                <a:spcPct val="100000"/>
              </a:lnSpc>
              <a:spcBef>
                <a:spcPts val="0"/>
              </a:spcBef>
              <a:spcAft>
                <a:spcPts val="0"/>
              </a:spcAft>
              <a:buSzPts val="2400"/>
              <a:buFont typeface="Bebas Neue"/>
              <a:buNone/>
              <a:defRPr sz="2400">
                <a:latin typeface="Bebas Neue"/>
                <a:ea typeface="Bebas Neue"/>
                <a:cs typeface="Bebas Neue"/>
              </a:defRPr>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AD449AEB-EF8B-4453-8F41-C9223FBF447A}"/>
              </a:ext>
            </a:extLst>
          </p:cNvPr>
          <p:cNvSpPr>
            <a:spLocks xmlns:a="http://schemas.openxmlformats.org/drawingml/2006/main" noGrp="1"/>
          </p:cNvSpPr>
          <p:nvPr>
            <p:ph type="subTitle" idx="2"/>
          </p:nvPr>
        </p:nvSpPr>
        <p:spPr>
          <a:xfrm xmlns:a="http://schemas.openxmlformats.org/drawingml/2006/main">
            <a:off x="2196000" y="2953099"/>
            <a:ext cx="4752000" cy="4257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Bebas Neue"/>
              <a:buNone/>
              <a:defRPr sz="2200">
                <a:latin typeface="Limelight"/>
                <a:ea typeface="Limelight"/>
                <a:cs typeface="Limelight"/>
              </a:defRPr>
            </a:lvl1pPr>
            <a:lvl2pPr algn="ctr">
              <a:lnSpc>
                <a:spcPct val="100000"/>
              </a:lnSpc>
              <a:spcBef>
                <a:spcPts val="0"/>
              </a:spcBef>
              <a:spcAft>
                <a:spcPts val="0"/>
              </a:spcAft>
              <a:buSzPts val="2400"/>
              <a:buFont typeface="Bebas Neue"/>
              <a:buNone/>
              <a:defRPr sz="2400">
                <a:latin typeface="Bebas Neue"/>
                <a:ea typeface="Bebas Neue"/>
                <a:cs typeface="Bebas Neue"/>
              </a:defRPr>
            </a:lvl2pPr>
            <a:lvl3pPr algn="ctr">
              <a:lnSpc>
                <a:spcPct val="100000"/>
              </a:lnSpc>
              <a:spcBef>
                <a:spcPts val="0"/>
              </a:spcBef>
              <a:spcAft>
                <a:spcPts val="0"/>
              </a:spcAft>
              <a:buSzPts val="2400"/>
              <a:buFont typeface="Bebas Neue"/>
              <a:buNone/>
              <a:defRPr sz="2400">
                <a:latin typeface="Bebas Neue"/>
                <a:ea typeface="Bebas Neue"/>
                <a:cs typeface="Bebas Neue"/>
              </a:defRPr>
            </a:lvl3pPr>
            <a:lvl4pPr algn="ctr">
              <a:lnSpc>
                <a:spcPct val="100000"/>
              </a:lnSpc>
              <a:spcBef>
                <a:spcPts val="0"/>
              </a:spcBef>
              <a:spcAft>
                <a:spcPts val="0"/>
              </a:spcAft>
              <a:buSzPts val="2400"/>
              <a:buFont typeface="Bebas Neue"/>
              <a:buNone/>
              <a:defRPr sz="2400">
                <a:latin typeface="Bebas Neue"/>
                <a:ea typeface="Bebas Neue"/>
                <a:cs typeface="Bebas Neue"/>
              </a:defRPr>
            </a:lvl4pPr>
            <a:lvl5pPr algn="ctr">
              <a:lnSpc>
                <a:spcPct val="100000"/>
              </a:lnSpc>
              <a:spcBef>
                <a:spcPts val="0"/>
              </a:spcBef>
              <a:spcAft>
                <a:spcPts val="0"/>
              </a:spcAft>
              <a:buSzPts val="2400"/>
              <a:buFont typeface="Bebas Neue"/>
              <a:buNone/>
              <a:defRPr sz="2400">
                <a:latin typeface="Bebas Neue"/>
                <a:ea typeface="Bebas Neue"/>
                <a:cs typeface="Bebas Neue"/>
              </a:defRPr>
            </a:lvl5pPr>
            <a:lvl6pPr algn="ctr">
              <a:lnSpc>
                <a:spcPct val="100000"/>
              </a:lnSpc>
              <a:spcBef>
                <a:spcPts val="0"/>
              </a:spcBef>
              <a:spcAft>
                <a:spcPts val="0"/>
              </a:spcAft>
              <a:buSzPts val="2400"/>
              <a:buFont typeface="Bebas Neue"/>
              <a:buNone/>
              <a:defRPr sz="2400">
                <a:latin typeface="Bebas Neue"/>
                <a:ea typeface="Bebas Neue"/>
                <a:cs typeface="Bebas Neue"/>
              </a:defRPr>
            </a:lvl6pPr>
            <a:lvl7pPr algn="ctr">
              <a:lnSpc>
                <a:spcPct val="100000"/>
              </a:lnSpc>
              <a:spcBef>
                <a:spcPts val="0"/>
              </a:spcBef>
              <a:spcAft>
                <a:spcPts val="0"/>
              </a:spcAft>
              <a:buSzPts val="2400"/>
              <a:buFont typeface="Bebas Neue"/>
              <a:buNone/>
              <a:defRPr sz="2400">
                <a:latin typeface="Bebas Neue"/>
                <a:ea typeface="Bebas Neue"/>
                <a:cs typeface="Bebas Neue"/>
              </a:defRPr>
            </a:lvl7pPr>
            <a:lvl8pPr algn="ctr">
              <a:lnSpc>
                <a:spcPct val="100000"/>
              </a:lnSpc>
              <a:spcBef>
                <a:spcPts val="0"/>
              </a:spcBef>
              <a:spcAft>
                <a:spcPts val="0"/>
              </a:spcAft>
              <a:buSzPts val="2400"/>
              <a:buFont typeface="Bebas Neue"/>
              <a:buNone/>
              <a:defRPr sz="2400">
                <a:latin typeface="Bebas Neue"/>
                <a:ea typeface="Bebas Neue"/>
                <a:cs typeface="Bebas Neue"/>
              </a:defRPr>
            </a:lvl8pPr>
            <a:lvl9pPr algn="ctr">
              <a:lnSpc>
                <a:spcPct val="100000"/>
              </a:lnSpc>
              <a:spcBef>
                <a:spcPts val="0"/>
              </a:spcBef>
              <a:spcAft>
                <a:spcPts val="0"/>
              </a:spcAft>
              <a:buSzPts val="2400"/>
              <a:buFont typeface="Bebas Neue"/>
              <a:buNone/>
              <a:defRPr sz="2400">
                <a:latin typeface="Bebas Neue"/>
                <a:ea typeface="Bebas Neue"/>
                <a:cs typeface="Bebas Neue"/>
              </a:defRPr>
            </a:lvl9pPr>
          </a:lstStyle>
          <a:p xmlns:a="http://schemas.openxmlformats.org/drawingml/2006/main"/>
        </p:txBody>
      </p:sp>
      <p:sp>
        <p:nvSpPr>
          <p:cNvPr id="33" name="Google Shape;33;p5">
            <a:extLst xmlns:a="http://schemas.openxmlformats.org/drawingml/2006/main">
              <a:ext uri="{FF2B5EF4-FFF2-40B4-BE49-F238E27FC236}">
                <a16:creationId xmlns:a16="http://schemas.microsoft.com/office/drawing/2014/main" id="{2F3679EF-71F5-4DC3-8AE8-C3AD8B9381FE}"/>
              </a:ext>
            </a:extLst>
          </p:cNvPr>
          <p:cNvSpPr>
            <a:spLocks xmlns:a="http://schemas.openxmlformats.org/drawingml/2006/main" noGrp="1"/>
          </p:cNvSpPr>
          <p:nvPr>
            <p:ph type="subTitle" idx="3"/>
          </p:nvPr>
        </p:nvSpPr>
        <p:spPr>
          <a:xfrm xmlns:a="http://schemas.openxmlformats.org/drawingml/2006/main">
            <a:off x="2196000" y="1841227"/>
            <a:ext cx="4752000" cy="10188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34" name="Google Shape;34;p5">
            <a:extLst xmlns:a="http://schemas.openxmlformats.org/drawingml/2006/main">
              <a:ext uri="{FF2B5EF4-FFF2-40B4-BE49-F238E27FC236}">
                <a16:creationId xmlns:a16="http://schemas.microsoft.com/office/drawing/2014/main" id="{EBA9AC50-CA2F-4AEA-B4C1-D08EEC4239D1}"/>
              </a:ext>
            </a:extLst>
          </p:cNvPr>
          <p:cNvSpPr>
            <a:spLocks xmlns:a="http://schemas.openxmlformats.org/drawingml/2006/main" noGrp="1"/>
          </p:cNvSpPr>
          <p:nvPr>
            <p:ph type="subTitle" idx="4"/>
          </p:nvPr>
        </p:nvSpPr>
        <p:spPr>
          <a:xfrm xmlns:a="http://schemas.openxmlformats.org/drawingml/2006/main">
            <a:off x="2196000" y="3224851"/>
            <a:ext cx="4752000" cy="10188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35" name="Google Shape;35;p5">
            <a:extLst xmlns:a="http://schemas.openxmlformats.org/drawingml/2006/main">
              <a:ext uri="{FF2B5EF4-FFF2-40B4-BE49-F238E27FC236}">
                <a16:creationId xmlns:a16="http://schemas.microsoft.com/office/drawing/2014/main" id="{68205F2A-5CE5-4C00-8DDE-587A43421176}"/>
              </a:ext>
            </a:extLst>
          </p:cNvPr>
          <p:cNvSpPr>
            <a:spLocks xmlns:a="http://schemas.openxmlformats.org/drawingml/2006/main" noGrp="1"/>
          </p:cNvSpPr>
          <p:nvPr>
            <p:ph type="title" idx="0"/>
          </p:nvPr>
        </p:nvSpPr>
        <p:spPr>
          <a:xfrm xmlns:a="http://schemas.openxmlformats.org/drawingml/2006/main">
            <a:off x="720000" y="445025"/>
            <a:ext cx="7704000" cy="5727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xmlns:a="http://schemas.openxmlformats.org/drawingml/2006/main"/>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pic>
        <p:nvPicPr>
          <p:cNvPr id="37" name="Google Shape;37;p6">
            <a:extLst xmlns:a="http://schemas.openxmlformats.org/drawingml/2006/main">
              <a:ext uri="{FF2B5EF4-FFF2-40B4-BE49-F238E27FC236}">
                <a16:creationId xmlns:a16="http://schemas.microsoft.com/office/drawing/2014/main" id="{81C40321-1717-4721-850D-9F5AEE6D67F4}"/>
              </a:ext>
            </a:extLst>
          </p:cNvPr>
          <p:cNvPicPr>
            <a:picLocks xmlns:a="http://schemas.openxmlformats.org/drawingml/2006/main" noChangeAspect="1"/>
          </p:cNvPicPr>
          <p:nvPr/>
        </p:nvPicPr>
        <p:blipFill>
          <a:blip xmlns:r="http://schemas.openxmlformats.org/officeDocument/2006/relationships" xmlns:a="http://schemas.openxmlformats.org/drawingml/2006/main" r:embed="R42d200a787fc4c46">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8" name="Google Shape;38;p6">
            <a:extLst xmlns:a="http://schemas.openxmlformats.org/drawingml/2006/main">
              <a:ext uri="{FF2B5EF4-FFF2-40B4-BE49-F238E27FC236}">
                <a16:creationId xmlns:a16="http://schemas.microsoft.com/office/drawing/2014/main" id="{A40DE95F-D671-4FAD-90B5-459FAE5B1E92}"/>
              </a:ext>
            </a:extLst>
          </p:cNvPr>
          <p:cNvSpPr>
            <a:spLocks xmlns:a="http://schemas.openxmlformats.org/drawingml/2006/main" noGrp="1"/>
          </p:cNvSpPr>
          <p:nvPr/>
        </p:nvSpPr>
        <p:spPr>
          <a:xfrm xmlns:a="http://schemas.openxmlformats.org/drawingml/2006/main">
            <a:off x="951725" y="276150"/>
            <a:ext cx="7988400" cy="45912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9" name="Google Shape;39;p6">
            <a:extLst xmlns:a="http://schemas.openxmlformats.org/drawingml/2006/main">
              <a:ext uri="{FF2B5EF4-FFF2-40B4-BE49-F238E27FC236}">
                <a16:creationId xmlns:a16="http://schemas.microsoft.com/office/drawing/2014/main" id="{3C0E1D40-25FD-4564-B28F-C4C587AF977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8014562806c4f87">
            <a:alphaModFix/>
          </a:blip>
          <a:srcRect xmlns:a="http://schemas.openxmlformats.org/drawingml/2006/main" l="47076" t="90815" r="48" b="858"/>
          <a:stretch xmlns:a="http://schemas.openxmlformats.org/drawingml/2006/main"/>
        </p:blipFill>
        <p:spPr>
          <a:xfrm xmlns:a="http://schemas.openxmlformats.org/drawingml/2006/main" rot="5400000">
            <a:off x="-1762412" y="2268088"/>
            <a:ext cx="4580475" cy="620750"/>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40" name="Google Shape;40;p6">
            <a:extLst xmlns:a="http://schemas.openxmlformats.org/drawingml/2006/main">
              <a:ext uri="{FF2B5EF4-FFF2-40B4-BE49-F238E27FC236}">
                <a16:creationId xmlns:a16="http://schemas.microsoft.com/office/drawing/2014/main" id="{E981171C-D92B-4735-AE74-6A0356568555}"/>
              </a:ext>
            </a:extLst>
          </p:cNvPr>
          <p:cNvSpPr>
            <a:spLocks xmlns:a="http://schemas.openxmlformats.org/drawingml/2006/main" noGrp="1"/>
          </p:cNvSpPr>
          <p:nvPr>
            <p:ph type="title" idx="0"/>
          </p:nvPr>
        </p:nvSpPr>
        <p:spPr>
          <a:xfrm xmlns:a="http://schemas.openxmlformats.org/drawingml/2006/main">
            <a:off x="720000" y="445025"/>
            <a:ext cx="7704000" cy="5727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xmlns:a="http://schemas.openxmlformats.org/drawingml/2006/main"/>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pic>
        <p:nvPicPr>
          <p:cNvPr id="42" name="Google Shape;42;p7">
            <a:extLst xmlns:a="http://schemas.openxmlformats.org/drawingml/2006/main">
              <a:ext uri="{FF2B5EF4-FFF2-40B4-BE49-F238E27FC236}">
                <a16:creationId xmlns:a16="http://schemas.microsoft.com/office/drawing/2014/main" id="{385E45F5-E190-44C5-9E7D-4E071CD92893}"/>
              </a:ext>
            </a:extLst>
          </p:cNvPr>
          <p:cNvPicPr>
            <a:picLocks xmlns:a="http://schemas.openxmlformats.org/drawingml/2006/main" noChangeAspect="1"/>
          </p:cNvPicPr>
          <p:nvPr/>
        </p:nvPicPr>
        <p:blipFill>
          <a:blip xmlns:r="http://schemas.openxmlformats.org/officeDocument/2006/relationships" xmlns:a="http://schemas.openxmlformats.org/drawingml/2006/main" r:embed="Rd00ba6cc363f451a">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3" name="Google Shape;43;p7">
            <a:extLst xmlns:a="http://schemas.openxmlformats.org/drawingml/2006/main">
              <a:ext uri="{FF2B5EF4-FFF2-40B4-BE49-F238E27FC236}">
                <a16:creationId xmlns:a16="http://schemas.microsoft.com/office/drawing/2014/main" id="{F134D6CD-C4FF-49AD-BFAD-61592AB9FD4A}"/>
              </a:ext>
            </a:extLst>
          </p:cNvPr>
          <p:cNvSpPr>
            <a:spLocks xmlns:a="http://schemas.openxmlformats.org/drawingml/2006/main" noGrp="1"/>
          </p:cNvSpPr>
          <p:nvPr/>
        </p:nvSpPr>
        <p:spPr>
          <a:xfrm xmlns:a="http://schemas.openxmlformats.org/drawingml/2006/main">
            <a:off x="951725" y="276150"/>
            <a:ext cx="7988400" cy="45912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44" name="Google Shape;44;p7">
            <a:extLst xmlns:a="http://schemas.openxmlformats.org/drawingml/2006/main">
              <a:ext uri="{FF2B5EF4-FFF2-40B4-BE49-F238E27FC236}">
                <a16:creationId xmlns:a16="http://schemas.microsoft.com/office/drawing/2014/main" id="{0906F6BF-D2E7-47E1-BC67-575F83A3B1B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451eaa8ca124b1a">
            <a:alphaModFix/>
          </a:blip>
          <a:srcRect xmlns:a="http://schemas.openxmlformats.org/drawingml/2006/main" l="47076" t="90815" r="48" b="858"/>
          <a:stretch xmlns:a="http://schemas.openxmlformats.org/drawingml/2006/main"/>
        </p:blipFill>
        <p:spPr>
          <a:xfrm xmlns:a="http://schemas.openxmlformats.org/drawingml/2006/main" rot="5400000">
            <a:off x="-1762412" y="2268088"/>
            <a:ext cx="4580475" cy="620750"/>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45" name="Google Shape;45;p7">
            <a:extLst xmlns:a="http://schemas.openxmlformats.org/drawingml/2006/main">
              <a:ext uri="{FF2B5EF4-FFF2-40B4-BE49-F238E27FC236}">
                <a16:creationId xmlns:a16="http://schemas.microsoft.com/office/drawing/2014/main" id="{EF85AB95-E188-46AF-A1D0-83AA7FD1A65E}"/>
              </a:ext>
            </a:extLst>
          </p:cNvPr>
          <p:cNvSpPr>
            <a:spLocks xmlns:a="http://schemas.openxmlformats.org/drawingml/2006/main" noGrp="1"/>
          </p:cNvSpPr>
          <p:nvPr>
            <p:ph type="title" idx="0"/>
          </p:nvPr>
        </p:nvSpPr>
        <p:spPr>
          <a:xfrm xmlns:a="http://schemas.openxmlformats.org/drawingml/2006/main">
            <a:off x="720000" y="445025"/>
            <a:ext cx="7704000" cy="5727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xmlns:a="http://schemas.openxmlformats.org/drawingml/2006/main"/>
        </p:txBody>
      </p:sp>
      <p:sp>
        <p:nvSpPr>
          <p:cNvPr id="46" name="Google Shape;46;p7">
            <a:extLst xmlns:a="http://schemas.openxmlformats.org/drawingml/2006/main">
              <a:ext uri="{FF2B5EF4-FFF2-40B4-BE49-F238E27FC236}">
                <a16:creationId xmlns:a16="http://schemas.microsoft.com/office/drawing/2014/main" id="{4AFBB4D8-0C21-4590-A226-AC22720BD96F}"/>
              </a:ext>
            </a:extLst>
          </p:cNvPr>
          <p:cNvSpPr>
            <a:spLocks xmlns:a="http://schemas.openxmlformats.org/drawingml/2006/main" noGrp="1"/>
          </p:cNvSpPr>
          <p:nvPr>
            <p:ph type="body" idx="1"/>
          </p:nvPr>
        </p:nvSpPr>
        <p:spPr>
          <a:xfrm xmlns:a="http://schemas.openxmlformats.org/drawingml/2006/main">
            <a:off x="1177225" y="1374425"/>
            <a:ext cx="2988000" cy="29130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317500">
              <a:lnSpc>
                <a:spcPct val="100000"/>
              </a:lnSpc>
              <a:spcBef>
                <a:spcPts val="0"/>
              </a:spcBef>
              <a:spcAft>
                <a:spcPts val="0"/>
              </a:spcAft>
              <a:buSzPts val="1400"/>
              <a:buChar char="●"/>
              <a:defRPr sz="1400"/>
            </a:lvl1pPr>
            <a:lvl2pPr marL="914400" indent="-317500">
              <a:lnSpc>
                <a:spcPct val="115000"/>
              </a:lnSpc>
              <a:spcBef>
                <a:spcPts val="0"/>
              </a:spcBef>
              <a:spcAft>
                <a:spcPts val="0"/>
              </a:spcAft>
              <a:buSzPts val="1400"/>
              <a:buChar char="○"/>
              <a:defRPr/>
            </a:lvl2pPr>
            <a:lvl3pPr marL="1371600" indent="-317500">
              <a:lnSpc>
                <a:spcPct val="115000"/>
              </a:lnSpc>
              <a:spcBef>
                <a:spcPts val="0"/>
              </a:spcBef>
              <a:spcAft>
                <a:spcPts val="0"/>
              </a:spcAft>
              <a:buSzPts val="1400"/>
              <a:buChar char="■"/>
              <a:defRPr/>
            </a:lvl3pPr>
            <a:lvl4pPr marL="1828800" indent="-317500">
              <a:lnSpc>
                <a:spcPct val="115000"/>
              </a:lnSpc>
              <a:spcBef>
                <a:spcPts val="0"/>
              </a:spcBef>
              <a:spcAft>
                <a:spcPts val="0"/>
              </a:spcAft>
              <a:buSzPts val="1400"/>
              <a:buChar char="●"/>
              <a:defRPr/>
            </a:lvl4pPr>
            <a:lvl5pPr marL="2286000" indent="-317500">
              <a:lnSpc>
                <a:spcPct val="115000"/>
              </a:lnSpc>
              <a:spcBef>
                <a:spcPts val="0"/>
              </a:spcBef>
              <a:spcAft>
                <a:spcPts val="0"/>
              </a:spcAft>
              <a:buSzPts val="1400"/>
              <a:buChar char="○"/>
              <a:defRPr/>
            </a:lvl5pPr>
            <a:lvl6pPr marL="2743200" indent="-317500">
              <a:lnSpc>
                <a:spcPct val="115000"/>
              </a:lnSpc>
              <a:spcBef>
                <a:spcPts val="0"/>
              </a:spcBef>
              <a:spcAft>
                <a:spcPts val="0"/>
              </a:spcAft>
              <a:buSzPts val="1400"/>
              <a:buChar char="■"/>
              <a:defRPr/>
            </a:lvl6pPr>
            <a:lvl7pPr marL="3200400" indent="-317500">
              <a:lnSpc>
                <a:spcPct val="115000"/>
              </a:lnSpc>
              <a:spcBef>
                <a:spcPts val="0"/>
              </a:spcBef>
              <a:spcAft>
                <a:spcPts val="0"/>
              </a:spcAft>
              <a:buSzPts val="1400"/>
              <a:buChar char="●"/>
              <a:defRPr/>
            </a:lvl7pPr>
            <a:lvl8pPr marL="3657600" indent="-317500">
              <a:lnSpc>
                <a:spcPct val="115000"/>
              </a:lnSpc>
              <a:spcBef>
                <a:spcPts val="0"/>
              </a:spcBef>
              <a:spcAft>
                <a:spcPts val="0"/>
              </a:spcAft>
              <a:buSzPts val="1400"/>
              <a:buChar char="○"/>
              <a:defRPr/>
            </a:lvl8pPr>
            <a:lvl9pPr marL="4114800" indent="-317500">
              <a:lnSpc>
                <a:spcPct val="115000"/>
              </a:lnSpc>
              <a:spcBef>
                <a:spcPts val="0"/>
              </a:spcBef>
              <a:spcAft>
                <a:spcPts val="0"/>
              </a:spcAft>
              <a:buSzPts val="1400"/>
              <a:buChar char="■"/>
              <a:defRPr/>
            </a:lvl9pPr>
          </a:lstStyle>
          <a:p xmlns:a="http://schemas.openxmlformats.org/drawingml/2006/main"/>
        </p:txBody>
      </p:sp>
      <p:sp>
        <p:nvSpPr>
          <p:cNvPr id="47" name="Google Shape;47;p7">
            <a:extLst xmlns:a="http://schemas.openxmlformats.org/drawingml/2006/main">
              <a:ext uri="{FF2B5EF4-FFF2-40B4-BE49-F238E27FC236}">
                <a16:creationId xmlns:a16="http://schemas.microsoft.com/office/drawing/2014/main" id="{82506B9F-7C74-4B0F-B702-62300C783C6B}"/>
              </a:ext>
            </a:extLst>
          </p:cNvPr>
          <p:cNvSpPr>
            <a:spLocks xmlns:a="http://schemas.openxmlformats.org/drawingml/2006/main" noGrp="1"/>
          </p:cNvSpPr>
          <p:nvPr>
            <p:ph type="pic" idx="2"/>
          </p:nvPr>
        </p:nvSpPr>
        <p:spPr>
          <a:xfrm xmlns:a="http://schemas.openxmlformats.org/drawingml/2006/main">
            <a:off x="4981625" y="1374425"/>
            <a:ext cx="3232800" cy="29130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pic>
        <p:nvPicPr>
          <p:cNvPr id="49" name="Google Shape;49;p8">
            <a:extLst xmlns:a="http://schemas.openxmlformats.org/drawingml/2006/main">
              <a:ext uri="{FF2B5EF4-FFF2-40B4-BE49-F238E27FC236}">
                <a16:creationId xmlns:a16="http://schemas.microsoft.com/office/drawing/2014/main" id="{DA499F03-A927-468E-9DA7-290972CDE24A}"/>
              </a:ext>
            </a:extLst>
          </p:cNvPr>
          <p:cNvPicPr>
            <a:picLocks xmlns:a="http://schemas.openxmlformats.org/drawingml/2006/main" noChangeAspect="1"/>
          </p:cNvPicPr>
          <p:nvPr/>
        </p:nvPicPr>
        <p:blipFill>
          <a:blip xmlns:r="http://schemas.openxmlformats.org/officeDocument/2006/relationships" xmlns:a="http://schemas.openxmlformats.org/drawingml/2006/main" r:embed="R23a3d8e5482c4b6f">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pic>
        <p:nvPicPr>
          <p:cNvPr id="50" name="Google Shape;50;p8">
            <a:extLst xmlns:a="http://schemas.openxmlformats.org/drawingml/2006/main">
              <a:ext uri="{FF2B5EF4-FFF2-40B4-BE49-F238E27FC236}">
                <a16:creationId xmlns:a16="http://schemas.microsoft.com/office/drawing/2014/main" id="{AA4CBF41-8480-4CF4-8679-7F30C13BCDA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1a0fc94f19e4aa9">
            <a:alphaModFix/>
          </a:blip>
          <a:srcRect xmlns:a="http://schemas.openxmlformats.org/drawingml/2006/main" l="-463" t="89411" r="-181" b="857"/>
          <a:stretch xmlns:a="http://schemas.openxmlformats.org/drawingml/2006/main"/>
        </p:blipFill>
        <p:spPr>
          <a:xfrm xmlns:a="http://schemas.openxmlformats.org/drawingml/2006/main" rot="10800000" flipH="1">
            <a:off x="205075" y="281650"/>
            <a:ext cx="8718450" cy="725400"/>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51" name="Google Shape;51;p8">
            <a:extLst xmlns:a="http://schemas.openxmlformats.org/drawingml/2006/main">
              <a:ext uri="{FF2B5EF4-FFF2-40B4-BE49-F238E27FC236}">
                <a16:creationId xmlns:a16="http://schemas.microsoft.com/office/drawing/2014/main" id="{17287DE3-8B76-41E1-8D00-91987EC98ECF}"/>
              </a:ext>
            </a:extLst>
          </p:cNvPr>
          <p:cNvSpPr>
            <a:spLocks xmlns:a="http://schemas.openxmlformats.org/drawingml/2006/main" noGrp="1"/>
          </p:cNvSpPr>
          <p:nvPr/>
        </p:nvSpPr>
        <p:spPr>
          <a:xfrm xmlns:a="http://schemas.openxmlformats.org/drawingml/2006/main">
            <a:off x="203850" y="994475"/>
            <a:ext cx="8738050" cy="3889175"/>
          </a:xfrm>
          <a:custGeom xmlns:a="http://schemas.openxmlformats.org/drawingml/2006/main">
            <a:rect l="l" t="t" r="r" b="b"/>
            <a:pathLst>
              <a:path w="349522" h="155567">
                <a:moveTo>
                  <a:pt x="308863" y="155567"/>
                </a:moveTo>
                <a:lnTo>
                  <a:pt x="139" y="154882"/>
                </a:lnTo>
                <a:lnTo>
                  <a:pt x="0" y="0"/>
                </a:lnTo>
                <a:lnTo>
                  <a:pt x="349402" y="5216"/>
                </a:lnTo>
                <a:lnTo>
                  <a:pt x="349522" y="114297"/>
                </a:lnTo>
              </a:path>
            </a:pathLst>
          </a:custGeom>
          <a:noFill xmlns:a="http://schemas.openxmlformats.org/drawingml/2006/main"/>
          <a:ln xmlns:a="http://schemas.openxmlformats.org/drawingml/2006/main" w="19050" cap="flat" cmpd="sng">
            <a:solidFill>
              <a:schemeClr val="dk1"/>
            </a:solidFill>
            <a:prstDash val="solid"/>
            <a:round/>
            <a:headEnd type="none" w="med" len="med"/>
            <a:tailEnd type="none" w="med" len="med"/>
          </a:ln>
        </p:spPr>
      </p:sp>
      <p:sp>
        <p:nvSpPr>
          <p:cNvPr id="52" name="Google Shape;52;p8">
            <a:extLst xmlns:a="http://schemas.openxmlformats.org/drawingml/2006/main">
              <a:ext uri="{FF2B5EF4-FFF2-40B4-BE49-F238E27FC236}">
                <a16:creationId xmlns:a16="http://schemas.microsoft.com/office/drawing/2014/main" id="{4AEF85AB-3B3E-4E7A-8AF1-B5DEF4E8CF1D}"/>
              </a:ext>
            </a:extLst>
          </p:cNvPr>
          <p:cNvSpPr>
            <a:spLocks xmlns:a="http://schemas.openxmlformats.org/drawingml/2006/main" noGrp="1"/>
          </p:cNvSpPr>
          <p:nvPr>
            <p:ph type="title" idx="0"/>
          </p:nvPr>
        </p:nvSpPr>
        <p:spPr>
          <a:xfrm xmlns:a="http://schemas.openxmlformats.org/drawingml/2006/main">
            <a:off x="1211025" y="1659800"/>
            <a:ext cx="4730700" cy="23124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SzPts val="6000"/>
              <a:buNone/>
              <a:defRPr sz="6000"/>
            </a:lvl1pPr>
            <a:lvl2pPr algn="ctr">
              <a:spcBef>
                <a:spcPts val="0"/>
              </a:spcBef>
              <a:spcAft>
                <a:spcPts val="0"/>
              </a:spcAft>
              <a:buSzPts val="6000"/>
              <a:buNone/>
              <a:defRPr sz="6000"/>
            </a:lvl2pPr>
            <a:lvl3pPr algn="ctr">
              <a:spcBef>
                <a:spcPts val="0"/>
              </a:spcBef>
              <a:spcAft>
                <a:spcPts val="0"/>
              </a:spcAft>
              <a:buSzPts val="6000"/>
              <a:buNone/>
              <a:defRPr sz="6000"/>
            </a:lvl3pPr>
            <a:lvl4pPr algn="ctr">
              <a:spcBef>
                <a:spcPts val="0"/>
              </a:spcBef>
              <a:spcAft>
                <a:spcPts val="0"/>
              </a:spcAft>
              <a:buSzPts val="6000"/>
              <a:buNone/>
              <a:defRPr sz="6000"/>
            </a:lvl4pPr>
            <a:lvl5pPr algn="ctr">
              <a:spcBef>
                <a:spcPts val="0"/>
              </a:spcBef>
              <a:spcAft>
                <a:spcPts val="0"/>
              </a:spcAft>
              <a:buSzPts val="6000"/>
              <a:buNone/>
              <a:defRPr sz="6000"/>
            </a:lvl5pPr>
            <a:lvl6pPr algn="ctr">
              <a:spcBef>
                <a:spcPts val="0"/>
              </a:spcBef>
              <a:spcAft>
                <a:spcPts val="0"/>
              </a:spcAft>
              <a:buSzPts val="6000"/>
              <a:buNone/>
              <a:defRPr sz="6000"/>
            </a:lvl6pPr>
            <a:lvl7pPr algn="ctr">
              <a:spcBef>
                <a:spcPts val="0"/>
              </a:spcBef>
              <a:spcAft>
                <a:spcPts val="0"/>
              </a:spcAft>
              <a:buSzPts val="6000"/>
              <a:buNone/>
              <a:defRPr sz="6000"/>
            </a:lvl7pPr>
            <a:lvl8pPr algn="ctr">
              <a:spcBef>
                <a:spcPts val="0"/>
              </a:spcBef>
              <a:spcAft>
                <a:spcPts val="0"/>
              </a:spcAft>
              <a:buSzPts val="6000"/>
              <a:buNone/>
              <a:defRPr sz="6000"/>
            </a:lvl8pPr>
            <a:lvl9pPr algn="ctr">
              <a:spcBef>
                <a:spcPts val="0"/>
              </a:spcBef>
              <a:spcAft>
                <a:spcPts val="0"/>
              </a:spcAft>
              <a:buSzPts val="6000"/>
              <a:buNone/>
              <a:defRPr sz="6000"/>
            </a:lvl9pPr>
          </a:lstStyle>
          <a:p xmlns:a="http://schemas.openxmlformats.org/drawingml/2006/main"/>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pic>
        <p:nvPicPr>
          <p:cNvPr id="54" name="Google Shape;54;p9">
            <a:extLst xmlns:a="http://schemas.openxmlformats.org/drawingml/2006/main">
              <a:ext uri="{FF2B5EF4-FFF2-40B4-BE49-F238E27FC236}">
                <a16:creationId xmlns:a16="http://schemas.microsoft.com/office/drawing/2014/main" id="{62ED3CA4-A265-46D7-9B60-CEB7AF449B90}"/>
              </a:ext>
            </a:extLst>
          </p:cNvPr>
          <p:cNvPicPr>
            <a:picLocks xmlns:a="http://schemas.openxmlformats.org/drawingml/2006/main" noChangeAspect="1"/>
          </p:cNvPicPr>
          <p:nvPr/>
        </p:nvPicPr>
        <p:blipFill>
          <a:blip xmlns:r="http://schemas.openxmlformats.org/officeDocument/2006/relationships" xmlns:a="http://schemas.openxmlformats.org/drawingml/2006/main" r:embed="Rc9ed4560df544edc">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9">
            <a:extLst xmlns:a="http://schemas.openxmlformats.org/drawingml/2006/main">
              <a:ext uri="{FF2B5EF4-FFF2-40B4-BE49-F238E27FC236}">
                <a16:creationId xmlns:a16="http://schemas.microsoft.com/office/drawing/2014/main" id="{910670A5-D7FF-4816-9EA1-90D30194F387}"/>
              </a:ext>
            </a:extLst>
          </p:cNvPr>
          <p:cNvSpPr>
            <a:spLocks xmlns:a="http://schemas.openxmlformats.org/drawingml/2006/main" noGrp="1"/>
          </p:cNvSpPr>
          <p:nvPr/>
        </p:nvSpPr>
        <p:spPr>
          <a:xfrm xmlns:a="http://schemas.openxmlformats.org/drawingml/2006/main">
            <a:off x="203850" y="276150"/>
            <a:ext cx="8736300" cy="39474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56" name="Google Shape;56;p9">
            <a:extLst xmlns:a="http://schemas.openxmlformats.org/drawingml/2006/main">
              <a:ext uri="{FF2B5EF4-FFF2-40B4-BE49-F238E27FC236}">
                <a16:creationId xmlns:a16="http://schemas.microsoft.com/office/drawing/2014/main" id="{3BBB6E79-BB4F-401F-997B-3E2D3A041C9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f2acad28996401b">
            <a:alphaModFix/>
          </a:blip>
          <a:srcRect xmlns:a="http://schemas.openxmlformats.org/drawingml/2006/main" l="-302" t="89411" r="-251" b="3474"/>
          <a:stretch xmlns:a="http://schemas.openxmlformats.org/drawingml/2006/main"/>
        </p:blipFill>
        <p:spPr>
          <a:xfrm xmlns:a="http://schemas.openxmlformats.org/drawingml/2006/main" rot="10800000">
            <a:off x="205075" y="4336975"/>
            <a:ext cx="8710325" cy="530375"/>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57" name="Google Shape;57;p9">
            <a:extLst xmlns:a="http://schemas.openxmlformats.org/drawingml/2006/main">
              <a:ext uri="{FF2B5EF4-FFF2-40B4-BE49-F238E27FC236}">
                <a16:creationId xmlns:a16="http://schemas.microsoft.com/office/drawing/2014/main" id="{C646EFA9-BAA6-470C-B34F-FF490F6DF287}"/>
              </a:ext>
            </a:extLst>
          </p:cNvPr>
          <p:cNvSpPr>
            <a:spLocks xmlns:a="http://schemas.openxmlformats.org/drawingml/2006/main" noGrp="1"/>
          </p:cNvSpPr>
          <p:nvPr>
            <p:ph type="title" idx="0"/>
          </p:nvPr>
        </p:nvSpPr>
        <p:spPr>
          <a:xfrm xmlns:a="http://schemas.openxmlformats.org/drawingml/2006/main">
            <a:off x="720000" y="445025"/>
            <a:ext cx="7704000" cy="5727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08B8FC77-544D-4032-8AE8-5F3955F64D49}"/>
              </a:ext>
            </a:extLst>
          </p:cNvPr>
          <p:cNvSpPr>
            <a:spLocks xmlns:a="http://schemas.openxmlformats.org/drawingml/2006/main" noGrp="1"/>
          </p:cNvSpPr>
          <p:nvPr>
            <p:ph type="subTitle" idx="1"/>
          </p:nvPr>
        </p:nvSpPr>
        <p:spPr>
          <a:xfrm xmlns:a="http://schemas.openxmlformats.org/drawingml/2006/main">
            <a:off x="713225" y="1148250"/>
            <a:ext cx="3862200" cy="28203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47011A5C-7A54-4FA6-8C9E-3051D40DBDE6}"/>
              </a:ext>
            </a:extLst>
          </p:cNvPr>
          <p:cNvSpPr>
            <a:spLocks xmlns:a="http://schemas.openxmlformats.org/drawingml/2006/main" noGrp="1"/>
          </p:cNvSpPr>
          <p:nvPr>
            <p:ph type="subTitle" idx="2"/>
          </p:nvPr>
        </p:nvSpPr>
        <p:spPr>
          <a:xfrm xmlns:a="http://schemas.openxmlformats.org/drawingml/2006/main">
            <a:off x="4575425" y="1148250"/>
            <a:ext cx="3862200" cy="28203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xmlns:a="http://schemas.openxmlformats.org/drawingml/2006/main"/>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61" name="Google Shape;61;p10">
            <a:extLst xmlns:a="http://schemas.openxmlformats.org/drawingml/2006/main">
              <a:ext uri="{FF2B5EF4-FFF2-40B4-BE49-F238E27FC236}">
                <a16:creationId xmlns:a16="http://schemas.microsoft.com/office/drawing/2014/main" id="{66737988-915F-4116-BB0C-FE492805E96F}"/>
              </a:ext>
            </a:extLst>
          </p:cNvPr>
          <p:cNvSpPr>
            <a:spLocks xmlns:a="http://schemas.openxmlformats.org/drawingml/2006/main" noGrp="1"/>
          </p:cNvSpPr>
          <p:nvPr>
            <p:ph type="pic" idx="2"/>
          </p:nvPr>
        </p:nvSpPr>
        <p:spPr>
          <a:xfrm xmlns:a="http://schemas.openxmlformats.org/drawingml/2006/main">
            <a:off x="5700" y="-17100"/>
            <a:ext cx="9144000" cy="5160600"/>
          </a:xfrm>
          <a:prstGeom xmlns:a="http://schemas.openxmlformats.org/drawingml/2006/main" prst="rect">
            <a:avLst/>
          </a:prstGeom>
          <a:noFill xmlns:a="http://schemas.openxmlformats.org/drawingml/2006/main"/>
          <a:ln xmlns:a="http://schemas.openxmlformats.org/drawingml/2006/main">
            <a:noFill/>
          </a:ln>
        </p:spPr>
      </p:sp>
      <p:sp>
        <p:nvSpPr>
          <p:cNvPr id="62" name="Google Shape;62;p10">
            <a:extLst xmlns:a="http://schemas.openxmlformats.org/drawingml/2006/main">
              <a:ext uri="{FF2B5EF4-FFF2-40B4-BE49-F238E27FC236}">
                <a16:creationId xmlns:a16="http://schemas.microsoft.com/office/drawing/2014/main" id="{8D3CBCE4-8A8B-464B-A38F-D7858BF5FAF2}"/>
              </a:ext>
            </a:extLst>
          </p:cNvPr>
          <p:cNvSpPr>
            <a:spLocks xmlns:a="http://schemas.openxmlformats.org/drawingml/2006/main" noGrp="1"/>
          </p:cNvSpPr>
          <p:nvPr>
            <p:ph type="title" idx="0"/>
          </p:nvPr>
        </p:nvSpPr>
        <p:spPr>
          <a:xfrm xmlns:a="http://schemas.openxmlformats.org/drawingml/2006/main" rot="1381643">
            <a:off x="4535780" y="1674672"/>
            <a:ext cx="2939636" cy="2174406"/>
          </a:xfrm>
          <a:prstGeom xmlns:a="http://schemas.openxmlformats.org/drawingml/2006/main" prst="rect">
            <a:avLst/>
          </a:prstGeom>
          <a:solidFill xmlns:a="http://schemas.openxmlformats.org/drawingml/2006/main">
            <a:schemeClr val="dk2"/>
          </a:solidFill>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xmlns:a="http://schemas.openxmlformats.org/drawingml/2006/main"/>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pic>
        <p:nvPicPr>
          <p:cNvPr id="64" name="Google Shape;64;p11">
            <a:extLst xmlns:a="http://schemas.openxmlformats.org/drawingml/2006/main">
              <a:ext uri="{FF2B5EF4-FFF2-40B4-BE49-F238E27FC236}">
                <a16:creationId xmlns:a16="http://schemas.microsoft.com/office/drawing/2014/main" id="{2A69E72B-A00D-44F2-86E4-72180DE7F38C}"/>
              </a:ext>
            </a:extLst>
          </p:cNvPr>
          <p:cNvPicPr>
            <a:picLocks xmlns:a="http://schemas.openxmlformats.org/drawingml/2006/main" noChangeAspect="1"/>
          </p:cNvPicPr>
          <p:nvPr/>
        </p:nvPicPr>
        <p:blipFill>
          <a:blip xmlns:r="http://schemas.openxmlformats.org/officeDocument/2006/relationships" xmlns:a="http://schemas.openxmlformats.org/drawingml/2006/main" r:embed="Rb2991cd744074c83">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11">
            <a:extLst xmlns:a="http://schemas.openxmlformats.org/drawingml/2006/main">
              <a:ext uri="{FF2B5EF4-FFF2-40B4-BE49-F238E27FC236}">
                <a16:creationId xmlns:a16="http://schemas.microsoft.com/office/drawing/2014/main" id="{906BCA2C-38F7-4772-819E-551BAB3CE840}"/>
              </a:ext>
            </a:extLst>
          </p:cNvPr>
          <p:cNvSpPr>
            <a:spLocks xmlns:a="http://schemas.openxmlformats.org/drawingml/2006/main" noGrp="1"/>
          </p:cNvSpPr>
          <p:nvPr>
            <p:ph type="title" idx="0" hasCustomPrompt="1"/>
          </p:nvPr>
        </p:nvSpPr>
        <p:spPr>
          <a:xfrm xmlns:a="http://schemas.openxmlformats.org/drawingml/2006/main">
            <a:off x="2618450" y="2088423"/>
            <a:ext cx="5492400" cy="7995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SzPts val="9600"/>
              <a:buNone/>
              <a:defRPr sz="6000"/>
            </a:lvl1pPr>
            <a:lvl2pPr algn="ctr">
              <a:spcBef>
                <a:spcPts val="0"/>
              </a:spcBef>
              <a:spcAft>
                <a:spcPts val="0"/>
              </a:spcAft>
              <a:buSzPts val="9600"/>
              <a:buNone/>
              <a:defRPr sz="9600"/>
            </a:lvl2pPr>
            <a:lvl3pPr algn="ctr">
              <a:spcBef>
                <a:spcPts val="0"/>
              </a:spcBef>
              <a:spcAft>
                <a:spcPts val="0"/>
              </a:spcAft>
              <a:buSzPts val="9600"/>
              <a:buNone/>
              <a:defRPr sz="9600"/>
            </a:lvl3pPr>
            <a:lvl4pPr algn="ctr">
              <a:spcBef>
                <a:spcPts val="0"/>
              </a:spcBef>
              <a:spcAft>
                <a:spcPts val="0"/>
              </a:spcAft>
              <a:buSzPts val="9600"/>
              <a:buNone/>
              <a:defRPr sz="9600"/>
            </a:lvl4pPr>
            <a:lvl5pPr algn="ctr">
              <a:spcBef>
                <a:spcPts val="0"/>
              </a:spcBef>
              <a:spcAft>
                <a:spcPts val="0"/>
              </a:spcAft>
              <a:buSzPts val="9600"/>
              <a:buNone/>
              <a:defRPr sz="9600"/>
            </a:lvl5pPr>
            <a:lvl6pPr algn="ctr">
              <a:spcBef>
                <a:spcPts val="0"/>
              </a:spcBef>
              <a:spcAft>
                <a:spcPts val="0"/>
              </a:spcAft>
              <a:buSzPts val="9600"/>
              <a:buNone/>
              <a:defRPr sz="9600"/>
            </a:lvl6pPr>
            <a:lvl7pPr algn="ctr">
              <a:spcBef>
                <a:spcPts val="0"/>
              </a:spcBef>
              <a:spcAft>
                <a:spcPts val="0"/>
              </a:spcAft>
              <a:buSzPts val="9600"/>
              <a:buNone/>
              <a:defRPr sz="9600"/>
            </a:lvl7pPr>
            <a:lvl8pPr algn="ctr">
              <a:spcBef>
                <a:spcPts val="0"/>
              </a:spcBef>
              <a:spcAft>
                <a:spcPts val="0"/>
              </a:spcAft>
              <a:buSzPts val="9600"/>
              <a:buNone/>
              <a:defRPr sz="9600"/>
            </a:lvl8pPr>
            <a:lvl9pPr algn="ctr">
              <a:spcBef>
                <a:spcPts val="0"/>
              </a:spcBef>
              <a:spcAft>
                <a:spcPts val="0"/>
              </a:spcAft>
              <a:buSzPts val="9600"/>
              <a:buNone/>
              <a:defRPr sz="9600"/>
            </a:lvl9pPr>
          </a:lstStyle>
          <a:p xmlns:a="http://schemas.openxmlformats.org/drawingml/2006/main">
            <a:r>
              <a:t>xx%</a:t>
            </a:r>
          </a:p>
        </p:txBody>
      </p:sp>
      <p:sp>
        <p:nvSpPr>
          <p:cNvPr id="66" name="Google Shape;66;p11">
            <a:extLst xmlns:a="http://schemas.openxmlformats.org/drawingml/2006/main">
              <a:ext uri="{FF2B5EF4-FFF2-40B4-BE49-F238E27FC236}">
                <a16:creationId xmlns:a16="http://schemas.microsoft.com/office/drawing/2014/main" id="{8DEBAA4D-5822-4283-AD2E-443FB52DCB6D}"/>
              </a:ext>
            </a:extLst>
          </p:cNvPr>
          <p:cNvSpPr>
            <a:spLocks xmlns:a="http://schemas.openxmlformats.org/drawingml/2006/main" noGrp="1"/>
          </p:cNvSpPr>
          <p:nvPr>
            <p:ph type="subTitle" idx="1"/>
          </p:nvPr>
        </p:nvSpPr>
        <p:spPr>
          <a:xfrm xmlns:a="http://schemas.openxmlformats.org/drawingml/2006/main">
            <a:off x="2618450" y="3028023"/>
            <a:ext cx="5492400" cy="374400"/>
          </a:xfrm>
          <a:prstGeom xmlns:a="http://schemas.openxmlformats.org/drawingml/2006/main" prst="rect">
            <a:avLst/>
          </a:prstGeom>
          <a:solidFill xmlns:a="http://schemas.openxmlformats.org/drawingml/2006/main">
            <a:schemeClr val="dk2"/>
          </a:solidFill>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lvl1pPr>
              <a:lnSpc>
                <a:spcPct val="100000"/>
              </a:lnSpc>
              <a:spcBef>
                <a:spcPts val="0"/>
              </a:spcBef>
              <a:spcAft>
                <a:spcPts val="0"/>
              </a:spcAft>
              <a:buSzPts val="1600"/>
              <a:buNone/>
              <a:defRPr sz="1600"/>
            </a:lvl1pPr>
            <a:lvl2pPr algn="ctr">
              <a:lnSpc>
                <a:spcPct val="100000"/>
              </a:lnSpc>
              <a:spcBef>
                <a:spcPts val="0"/>
              </a:spcBef>
              <a:spcAft>
                <a:spcPts val="0"/>
              </a:spcAft>
              <a:buSzPts val="1600"/>
              <a:buNone/>
              <a:defRPr sz="1600"/>
            </a:lvl2pPr>
            <a:lvl3pPr algn="ctr">
              <a:lnSpc>
                <a:spcPct val="100000"/>
              </a:lnSpc>
              <a:spcBef>
                <a:spcPts val="0"/>
              </a:spcBef>
              <a:spcAft>
                <a:spcPts val="0"/>
              </a:spcAft>
              <a:buSzPts val="1600"/>
              <a:buNone/>
              <a:defRPr sz="1600"/>
            </a:lvl3pPr>
            <a:lvl4pPr algn="ctr">
              <a:lnSpc>
                <a:spcPct val="100000"/>
              </a:lnSpc>
              <a:spcBef>
                <a:spcPts val="0"/>
              </a:spcBef>
              <a:spcAft>
                <a:spcPts val="0"/>
              </a:spcAft>
              <a:buSzPts val="1600"/>
              <a:buNone/>
              <a:defRPr sz="1600"/>
            </a:lvl4pPr>
            <a:lvl5pPr algn="ctr">
              <a:lnSpc>
                <a:spcPct val="100000"/>
              </a:lnSpc>
              <a:spcBef>
                <a:spcPts val="0"/>
              </a:spcBef>
              <a:spcAft>
                <a:spcPts val="0"/>
              </a:spcAft>
              <a:buSzPts val="1600"/>
              <a:buNone/>
              <a:defRPr sz="1600"/>
            </a:lvl5pPr>
            <a:lvl6pPr algn="ctr">
              <a:lnSpc>
                <a:spcPct val="100000"/>
              </a:lnSpc>
              <a:spcBef>
                <a:spcPts val="0"/>
              </a:spcBef>
              <a:spcAft>
                <a:spcPts val="0"/>
              </a:spcAft>
              <a:buSzPts val="1600"/>
              <a:buNone/>
              <a:defRPr sz="1600"/>
            </a:lvl6pPr>
            <a:lvl7pPr algn="ctr">
              <a:lnSpc>
                <a:spcPct val="100000"/>
              </a:lnSpc>
              <a:spcBef>
                <a:spcPts val="0"/>
              </a:spcBef>
              <a:spcAft>
                <a:spcPts val="0"/>
              </a:spcAft>
              <a:buSzPts val="1600"/>
              <a:buNone/>
              <a:defRPr sz="1600"/>
            </a:lvl7pPr>
            <a:lvl8pPr algn="ctr">
              <a:lnSpc>
                <a:spcPct val="100000"/>
              </a:lnSpc>
              <a:spcBef>
                <a:spcPts val="0"/>
              </a:spcBef>
              <a:spcAft>
                <a:spcPts val="0"/>
              </a:spcAft>
              <a:buSzPts val="1600"/>
              <a:buNone/>
              <a:defRPr sz="1600"/>
            </a:lvl8pPr>
            <a:lvl9pPr algn="ctr">
              <a:lnSpc>
                <a:spcPct val="100000"/>
              </a:lnSpc>
              <a:spcBef>
                <a:spcPts val="0"/>
              </a:spcBef>
              <a:spcAft>
                <a:spcPts val="0"/>
              </a:spcAft>
              <a:buSzPts val="1600"/>
              <a:buNone/>
              <a:defRPr sz="1600"/>
            </a:lvl9pPr>
          </a:lstStyle>
          <a:p xmlns:a="http://schemas.openxmlformats.org/drawingml/2006/main"/>
        </p:txBody>
      </p:sp>
      <p:pic>
        <p:nvPicPr>
          <p:cNvPr id="67" name="Google Shape;67;p11">
            <a:extLst xmlns:a="http://schemas.openxmlformats.org/drawingml/2006/main">
              <a:ext uri="{FF2B5EF4-FFF2-40B4-BE49-F238E27FC236}">
                <a16:creationId xmlns:a16="http://schemas.microsoft.com/office/drawing/2014/main" id="{211FFA7C-2BFF-4931-9155-94C38D8CBEB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9ffb046264e47da">
            <a:alphaModFix/>
          </a:blip>
          <a:srcRect xmlns:a="http://schemas.openxmlformats.org/drawingml/2006/main" l="-463" t="89411" r="-181" b="857"/>
          <a:stretch xmlns:a="http://schemas.openxmlformats.org/drawingml/2006/main"/>
        </p:blipFill>
        <p:spPr>
          <a:xfrm xmlns:a="http://schemas.openxmlformats.org/drawingml/2006/main" rot="10800000" flipH="1">
            <a:off x="205075" y="281650"/>
            <a:ext cx="8718450" cy="725400"/>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68" name="Google Shape;68;p11">
            <a:extLst xmlns:a="http://schemas.openxmlformats.org/drawingml/2006/main">
              <a:ext uri="{FF2B5EF4-FFF2-40B4-BE49-F238E27FC236}">
                <a16:creationId xmlns:a16="http://schemas.microsoft.com/office/drawing/2014/main" id="{93467B7F-322A-4CD6-A6D5-EDBFC43FC537}"/>
              </a:ext>
            </a:extLst>
          </p:cNvPr>
          <p:cNvSpPr>
            <a:spLocks xmlns:a="http://schemas.openxmlformats.org/drawingml/2006/main" noGrp="1"/>
          </p:cNvSpPr>
          <p:nvPr/>
        </p:nvSpPr>
        <p:spPr>
          <a:xfrm xmlns:a="http://schemas.openxmlformats.org/drawingml/2006/main">
            <a:off x="203850" y="1103050"/>
            <a:ext cx="8733625" cy="3775600"/>
          </a:xfrm>
          <a:custGeom xmlns:a="http://schemas.openxmlformats.org/drawingml/2006/main">
            <a:rect l="l" t="t" r="r" b="b"/>
            <a:pathLst>
              <a:path w="349345" h="151024">
                <a:moveTo>
                  <a:pt x="41698" y="151024"/>
                </a:moveTo>
                <a:lnTo>
                  <a:pt x="349345" y="150569"/>
                </a:lnTo>
                <a:lnTo>
                  <a:pt x="349345" y="0"/>
                </a:lnTo>
                <a:lnTo>
                  <a:pt x="0" y="0"/>
                </a:lnTo>
                <a:lnTo>
                  <a:pt x="258" y="26938"/>
                </a:lnTo>
              </a:path>
            </a:pathLst>
          </a:custGeom>
          <a:noFill xmlns:a="http://schemas.openxmlformats.org/drawingml/2006/main"/>
          <a:ln xmlns:a="http://schemas.openxmlformats.org/drawingml/2006/main" w="19050" cap="flat" cmpd="sng">
            <a:solidFill>
              <a:schemeClr val="dk1"/>
            </a:solidFill>
            <a:prstDash val="solid"/>
            <a:round/>
            <a:headEnd type="none" w="med" len="med"/>
            <a:tailEnd type="none" w="med" len="med"/>
          </a:ln>
        </p:spPr>
      </p:sp>
    </p:spTree>
  </p:cSld>
</p:sldLayout>
</file>

<file path=ppt/slideLayouts/slideLayout11.xml><?xml version="1.0" encoding="utf-8"?>
<p:sldLayout xmlns:p="http://schemas.openxmlformats.org/presentationml/2006/main" matchingName="Blank" type="blank">
  <p:cSld name="BLANK">
    <p:bg>
      <p:bgPr>
        <a:noFill xmlns:a="http://schemas.openxmlformats.org/drawingml/2006/main"/>
      </p:bgPr>
    </p:bg>
    <p:spTree>
      <p:nvGrpSpPr>
        <p:cNvPr id="1" name=""/>
        <p:cNvGrpSpPr/>
        <p:nvPr/>
      </p:nvGrpSpPr>
      <p:grpSpPr>
        <a:xfrm xmlns:a="http://schemas.openxmlformats.org/drawingml/2006/main"/>
      </p:grpSpPr>
    </p:spTree>
  </p:cSld>
</p:sldLayout>
</file>

<file path=ppt/slideLayouts/slideLayout12.xml><?xml version="1.0" encoding="utf-8"?>
<p:sldLayout xmlns:p="http://schemas.openxmlformats.org/presentationml/2006/main" matchingName="Table of contents">
  <p:cSld name="BLANK_1_1_1_1_2">
    <p:spTree>
      <p:nvGrpSpPr>
        <p:cNvPr id="1" name=""/>
        <p:cNvGrpSpPr/>
        <p:nvPr/>
      </p:nvGrpSpPr>
      <p:grpSpPr>
        <a:xfrm xmlns:a="http://schemas.openxmlformats.org/drawingml/2006/main"/>
      </p:grpSpPr>
      <p:pic>
        <p:nvPicPr>
          <p:cNvPr id="71" name="Google Shape;71;p13">
            <a:extLst xmlns:a="http://schemas.openxmlformats.org/drawingml/2006/main">
              <a:ext uri="{FF2B5EF4-FFF2-40B4-BE49-F238E27FC236}">
                <a16:creationId xmlns:a16="http://schemas.microsoft.com/office/drawing/2014/main" id="{91DF4655-1B27-4C89-A68F-BBD2CCCD0528}"/>
              </a:ext>
            </a:extLst>
          </p:cNvPr>
          <p:cNvPicPr>
            <a:picLocks xmlns:a="http://schemas.openxmlformats.org/drawingml/2006/main" noChangeAspect="1"/>
          </p:cNvPicPr>
          <p:nvPr/>
        </p:nvPicPr>
        <p:blipFill>
          <a:blip xmlns:r="http://schemas.openxmlformats.org/officeDocument/2006/relationships" xmlns:a="http://schemas.openxmlformats.org/drawingml/2006/main" r:embed="R0859070da6034dee">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pic>
        <p:nvPicPr>
          <p:cNvPr id="72" name="Google Shape;72;p13">
            <a:extLst xmlns:a="http://schemas.openxmlformats.org/drawingml/2006/main">
              <a:ext uri="{FF2B5EF4-FFF2-40B4-BE49-F238E27FC236}">
                <a16:creationId xmlns:a16="http://schemas.microsoft.com/office/drawing/2014/main" id="{7FBDB7F2-B171-405D-A348-427C324DB26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360c67ac80745c6">
            <a:alphaModFix/>
          </a:blip>
          <a:srcRect xmlns:a="http://schemas.openxmlformats.org/drawingml/2006/main" l="47076" t="90815" r="48" b="858"/>
          <a:stretch xmlns:a="http://schemas.openxmlformats.org/drawingml/2006/main"/>
        </p:blipFill>
        <p:spPr>
          <a:xfrm xmlns:a="http://schemas.openxmlformats.org/drawingml/2006/main" rot="-5400000" flipH="1">
            <a:off x="6314788" y="2268088"/>
            <a:ext cx="4580475" cy="620750"/>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73" name="Google Shape;73;p13">
            <a:extLst xmlns:a="http://schemas.openxmlformats.org/drawingml/2006/main">
              <a:ext uri="{FF2B5EF4-FFF2-40B4-BE49-F238E27FC236}">
                <a16:creationId xmlns:a16="http://schemas.microsoft.com/office/drawing/2014/main" id="{73786EB9-B89F-42B8-A1CC-E6F9F6D311CC}"/>
              </a:ext>
            </a:extLst>
          </p:cNvPr>
          <p:cNvSpPr>
            <a:spLocks xmlns:a="http://schemas.openxmlformats.org/drawingml/2006/main" noGrp="1"/>
          </p:cNvSpPr>
          <p:nvPr/>
        </p:nvSpPr>
        <p:spPr>
          <a:xfrm xmlns:a="http://schemas.openxmlformats.org/drawingml/2006/main">
            <a:off x="203850" y="276150"/>
            <a:ext cx="7980300" cy="45912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4" name="Google Shape;74;p13">
            <a:extLst xmlns:a="http://schemas.openxmlformats.org/drawingml/2006/main">
              <a:ext uri="{FF2B5EF4-FFF2-40B4-BE49-F238E27FC236}">
                <a16:creationId xmlns:a16="http://schemas.microsoft.com/office/drawing/2014/main" id="{5B17D610-2E18-404D-9AC9-98F1616D9BBC}"/>
              </a:ext>
            </a:extLst>
          </p:cNvPr>
          <p:cNvSpPr>
            <a:spLocks xmlns:a="http://schemas.openxmlformats.org/drawingml/2006/main" noGrp="1"/>
          </p:cNvSpPr>
          <p:nvPr>
            <p:ph type="subTitle" idx="1"/>
          </p:nvPr>
        </p:nvSpPr>
        <p:spPr>
          <a:xfrm xmlns:a="http://schemas.openxmlformats.org/drawingml/2006/main">
            <a:off x="1716619" y="1545402"/>
            <a:ext cx="5233500" cy="349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sz="14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75" name="Google Shape;75;p13">
            <a:extLst xmlns:a="http://schemas.openxmlformats.org/drawingml/2006/main">
              <a:ext uri="{FF2B5EF4-FFF2-40B4-BE49-F238E27FC236}">
                <a16:creationId xmlns:a16="http://schemas.microsoft.com/office/drawing/2014/main" id="{1E10B71D-582C-49F1-A702-406D7E599268}"/>
              </a:ext>
            </a:extLst>
          </p:cNvPr>
          <p:cNvSpPr>
            <a:spLocks xmlns:a="http://schemas.openxmlformats.org/drawingml/2006/main" noGrp="1"/>
          </p:cNvSpPr>
          <p:nvPr>
            <p:ph type="subTitle" idx="2"/>
          </p:nvPr>
        </p:nvSpPr>
        <p:spPr>
          <a:xfrm xmlns:a="http://schemas.openxmlformats.org/drawingml/2006/main">
            <a:off x="1716619" y="2414627"/>
            <a:ext cx="5233500" cy="349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sz="14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76" name="Google Shape;76;p13">
            <a:extLst xmlns:a="http://schemas.openxmlformats.org/drawingml/2006/main">
              <a:ext uri="{FF2B5EF4-FFF2-40B4-BE49-F238E27FC236}">
                <a16:creationId xmlns:a16="http://schemas.microsoft.com/office/drawing/2014/main" id="{DF3556DA-8B88-4231-AB32-29DD77C6E096}"/>
              </a:ext>
            </a:extLst>
          </p:cNvPr>
          <p:cNvSpPr>
            <a:spLocks xmlns:a="http://schemas.openxmlformats.org/drawingml/2006/main" noGrp="1"/>
          </p:cNvSpPr>
          <p:nvPr>
            <p:ph type="subTitle" idx="3"/>
          </p:nvPr>
        </p:nvSpPr>
        <p:spPr>
          <a:xfrm xmlns:a="http://schemas.openxmlformats.org/drawingml/2006/main">
            <a:off x="1716619" y="3283852"/>
            <a:ext cx="5233500" cy="349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sz="14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77" name="Google Shape;77;p13">
            <a:extLst xmlns:a="http://schemas.openxmlformats.org/drawingml/2006/main">
              <a:ext uri="{FF2B5EF4-FFF2-40B4-BE49-F238E27FC236}">
                <a16:creationId xmlns:a16="http://schemas.microsoft.com/office/drawing/2014/main" id="{7FECEA6C-141F-4645-B095-D22D9796224B}"/>
              </a:ext>
            </a:extLst>
          </p:cNvPr>
          <p:cNvSpPr>
            <a:spLocks xmlns:a="http://schemas.openxmlformats.org/drawingml/2006/main" noGrp="1"/>
          </p:cNvSpPr>
          <p:nvPr>
            <p:ph type="subTitle" idx="4"/>
          </p:nvPr>
        </p:nvSpPr>
        <p:spPr>
          <a:xfrm xmlns:a="http://schemas.openxmlformats.org/drawingml/2006/main">
            <a:off x="1716619" y="4153077"/>
            <a:ext cx="5233500" cy="349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sz="14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78" name="Google Shape;78;p13">
            <a:extLst xmlns:a="http://schemas.openxmlformats.org/drawingml/2006/main">
              <a:ext uri="{FF2B5EF4-FFF2-40B4-BE49-F238E27FC236}">
                <a16:creationId xmlns:a16="http://schemas.microsoft.com/office/drawing/2014/main" id="{36EA5F0B-202D-4A48-8E46-644266BD6145}"/>
              </a:ext>
            </a:extLst>
          </p:cNvPr>
          <p:cNvSpPr>
            <a:spLocks xmlns:a="http://schemas.openxmlformats.org/drawingml/2006/main" noGrp="1"/>
          </p:cNvSpPr>
          <p:nvPr>
            <p:ph type="title" idx="0" hasCustomPrompt="1"/>
          </p:nvPr>
        </p:nvSpPr>
        <p:spPr>
          <a:xfrm xmlns:a="http://schemas.openxmlformats.org/drawingml/2006/main">
            <a:off x="807250" y="1196916"/>
            <a:ext cx="733500" cy="7335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79" name="Google Shape;79;p13">
            <a:extLst xmlns:a="http://schemas.openxmlformats.org/drawingml/2006/main">
              <a:ext uri="{FF2B5EF4-FFF2-40B4-BE49-F238E27FC236}">
                <a16:creationId xmlns:a16="http://schemas.microsoft.com/office/drawing/2014/main" id="{B8BB0A1D-8FEF-40CF-8063-BA8E4BB2CA7B}"/>
              </a:ext>
            </a:extLst>
          </p:cNvPr>
          <p:cNvSpPr>
            <a:spLocks xmlns:a="http://schemas.openxmlformats.org/drawingml/2006/main" noGrp="1"/>
          </p:cNvSpPr>
          <p:nvPr>
            <p:ph type="title" idx="5" hasCustomPrompt="1"/>
          </p:nvPr>
        </p:nvSpPr>
        <p:spPr>
          <a:xfrm xmlns:a="http://schemas.openxmlformats.org/drawingml/2006/main">
            <a:off x="807250" y="2936683"/>
            <a:ext cx="731400" cy="7314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80" name="Google Shape;80;p13">
            <a:extLst xmlns:a="http://schemas.openxmlformats.org/drawingml/2006/main">
              <a:ext uri="{FF2B5EF4-FFF2-40B4-BE49-F238E27FC236}">
                <a16:creationId xmlns:a16="http://schemas.microsoft.com/office/drawing/2014/main" id="{77283360-31B5-4814-9499-0C497F71C36C}"/>
              </a:ext>
            </a:extLst>
          </p:cNvPr>
          <p:cNvSpPr>
            <a:spLocks xmlns:a="http://schemas.openxmlformats.org/drawingml/2006/main" noGrp="1"/>
          </p:cNvSpPr>
          <p:nvPr>
            <p:ph type="title" idx="6" hasCustomPrompt="1"/>
          </p:nvPr>
        </p:nvSpPr>
        <p:spPr>
          <a:xfrm xmlns:a="http://schemas.openxmlformats.org/drawingml/2006/main">
            <a:off x="807250" y="2067849"/>
            <a:ext cx="731400" cy="7314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81" name="Google Shape;81;p13">
            <a:extLst xmlns:a="http://schemas.openxmlformats.org/drawingml/2006/main">
              <a:ext uri="{FF2B5EF4-FFF2-40B4-BE49-F238E27FC236}">
                <a16:creationId xmlns:a16="http://schemas.microsoft.com/office/drawing/2014/main" id="{3531FF26-8126-4BA6-8C80-EF3DD5EC2B9D}"/>
              </a:ext>
            </a:extLst>
          </p:cNvPr>
          <p:cNvSpPr>
            <a:spLocks xmlns:a="http://schemas.openxmlformats.org/drawingml/2006/main" noGrp="1"/>
          </p:cNvSpPr>
          <p:nvPr>
            <p:ph type="title" idx="7" hasCustomPrompt="1"/>
          </p:nvPr>
        </p:nvSpPr>
        <p:spPr>
          <a:xfrm xmlns:a="http://schemas.openxmlformats.org/drawingml/2006/main">
            <a:off x="807250" y="3805517"/>
            <a:ext cx="731400" cy="7314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82" name="Google Shape;82;p13">
            <a:extLst xmlns:a="http://schemas.openxmlformats.org/drawingml/2006/main">
              <a:ext uri="{FF2B5EF4-FFF2-40B4-BE49-F238E27FC236}">
                <a16:creationId xmlns:a16="http://schemas.microsoft.com/office/drawing/2014/main" id="{7BD862C8-6FD1-4F07-AAB5-A863428A2084}"/>
              </a:ext>
            </a:extLst>
          </p:cNvPr>
          <p:cNvSpPr>
            <a:spLocks xmlns:a="http://schemas.openxmlformats.org/drawingml/2006/main" noGrp="1"/>
          </p:cNvSpPr>
          <p:nvPr>
            <p:ph type="subTitle" idx="8"/>
          </p:nvPr>
        </p:nvSpPr>
        <p:spPr>
          <a:xfrm xmlns:a="http://schemas.openxmlformats.org/drawingml/2006/main">
            <a:off x="1716619" y="1254575"/>
            <a:ext cx="5233500" cy="4476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Bebas Neue"/>
              <a:buNone/>
              <a:defRPr sz="2200" b="1">
                <a:latin typeface="Limelight"/>
                <a:ea typeface="Limelight"/>
                <a:cs typeface="Limelight"/>
              </a:defRPr>
            </a:lvl1pPr>
            <a:lvl2pPr algn="ctr">
              <a:lnSpc>
                <a:spcPct val="100000"/>
              </a:lnSpc>
              <a:spcBef>
                <a:spcPts val="0"/>
              </a:spcBef>
              <a:spcAft>
                <a:spcPts val="0"/>
              </a:spcAft>
              <a:buSzPts val="2400"/>
              <a:buFont typeface="Bebas Neue"/>
              <a:buNone/>
              <a:defRPr sz="2400">
                <a:latin typeface="Bebas Neue"/>
                <a:ea typeface="Bebas Neue"/>
                <a:cs typeface="Bebas Neue"/>
              </a:defRPr>
            </a:lvl2pPr>
            <a:lvl3pPr algn="ctr">
              <a:lnSpc>
                <a:spcPct val="100000"/>
              </a:lnSpc>
              <a:spcBef>
                <a:spcPts val="0"/>
              </a:spcBef>
              <a:spcAft>
                <a:spcPts val="0"/>
              </a:spcAft>
              <a:buSzPts val="2400"/>
              <a:buFont typeface="Bebas Neue"/>
              <a:buNone/>
              <a:defRPr sz="2400">
                <a:latin typeface="Bebas Neue"/>
                <a:ea typeface="Bebas Neue"/>
                <a:cs typeface="Bebas Neue"/>
              </a:defRPr>
            </a:lvl3pPr>
            <a:lvl4pPr algn="ctr">
              <a:lnSpc>
                <a:spcPct val="100000"/>
              </a:lnSpc>
              <a:spcBef>
                <a:spcPts val="0"/>
              </a:spcBef>
              <a:spcAft>
                <a:spcPts val="0"/>
              </a:spcAft>
              <a:buSzPts val="2400"/>
              <a:buFont typeface="Bebas Neue"/>
              <a:buNone/>
              <a:defRPr sz="2400">
                <a:latin typeface="Bebas Neue"/>
                <a:ea typeface="Bebas Neue"/>
                <a:cs typeface="Bebas Neue"/>
              </a:defRPr>
            </a:lvl4pPr>
            <a:lvl5pPr algn="ctr">
              <a:lnSpc>
                <a:spcPct val="100000"/>
              </a:lnSpc>
              <a:spcBef>
                <a:spcPts val="0"/>
              </a:spcBef>
              <a:spcAft>
                <a:spcPts val="0"/>
              </a:spcAft>
              <a:buSzPts val="2400"/>
              <a:buFont typeface="Bebas Neue"/>
              <a:buNone/>
              <a:defRPr sz="2400">
                <a:latin typeface="Bebas Neue"/>
                <a:ea typeface="Bebas Neue"/>
                <a:cs typeface="Bebas Neue"/>
              </a:defRPr>
            </a:lvl5pPr>
            <a:lvl6pPr algn="ctr">
              <a:lnSpc>
                <a:spcPct val="100000"/>
              </a:lnSpc>
              <a:spcBef>
                <a:spcPts val="0"/>
              </a:spcBef>
              <a:spcAft>
                <a:spcPts val="0"/>
              </a:spcAft>
              <a:buSzPts val="2400"/>
              <a:buFont typeface="Bebas Neue"/>
              <a:buNone/>
              <a:defRPr sz="2400">
                <a:latin typeface="Bebas Neue"/>
                <a:ea typeface="Bebas Neue"/>
                <a:cs typeface="Bebas Neue"/>
              </a:defRPr>
            </a:lvl6pPr>
            <a:lvl7pPr algn="ctr">
              <a:lnSpc>
                <a:spcPct val="100000"/>
              </a:lnSpc>
              <a:spcBef>
                <a:spcPts val="0"/>
              </a:spcBef>
              <a:spcAft>
                <a:spcPts val="0"/>
              </a:spcAft>
              <a:buSzPts val="2400"/>
              <a:buFont typeface="Bebas Neue"/>
              <a:buNone/>
              <a:defRPr sz="2400">
                <a:latin typeface="Bebas Neue"/>
                <a:ea typeface="Bebas Neue"/>
                <a:cs typeface="Bebas Neue"/>
              </a:defRPr>
            </a:lvl7pPr>
            <a:lvl8pPr algn="ctr">
              <a:lnSpc>
                <a:spcPct val="100000"/>
              </a:lnSpc>
              <a:spcBef>
                <a:spcPts val="0"/>
              </a:spcBef>
              <a:spcAft>
                <a:spcPts val="0"/>
              </a:spcAft>
              <a:buSzPts val="2400"/>
              <a:buFont typeface="Bebas Neue"/>
              <a:buNone/>
              <a:defRPr sz="2400">
                <a:latin typeface="Bebas Neue"/>
                <a:ea typeface="Bebas Neue"/>
                <a:cs typeface="Bebas Neue"/>
              </a:defRPr>
            </a:lvl8pPr>
            <a:lvl9pPr algn="ctr">
              <a:lnSpc>
                <a:spcPct val="100000"/>
              </a:lnSpc>
              <a:spcBef>
                <a:spcPts val="0"/>
              </a:spcBef>
              <a:spcAft>
                <a:spcPts val="0"/>
              </a:spcAft>
              <a:buSzPts val="2400"/>
              <a:buFont typeface="Bebas Neue"/>
              <a:buNone/>
              <a:defRPr sz="2400">
                <a:latin typeface="Bebas Neue"/>
                <a:ea typeface="Bebas Neue"/>
                <a:cs typeface="Bebas Neue"/>
              </a:defRPr>
            </a:lvl9pPr>
          </a:lstStyle>
          <a:p xmlns:a="http://schemas.openxmlformats.org/drawingml/2006/main"/>
        </p:txBody>
      </p:sp>
      <p:sp>
        <p:nvSpPr>
          <p:cNvPr id="83" name="Google Shape;83;p13">
            <a:extLst xmlns:a="http://schemas.openxmlformats.org/drawingml/2006/main">
              <a:ext uri="{FF2B5EF4-FFF2-40B4-BE49-F238E27FC236}">
                <a16:creationId xmlns:a16="http://schemas.microsoft.com/office/drawing/2014/main" id="{79100811-2DDF-4309-8F11-8AEAD1E22072}"/>
              </a:ext>
            </a:extLst>
          </p:cNvPr>
          <p:cNvSpPr>
            <a:spLocks xmlns:a="http://schemas.openxmlformats.org/drawingml/2006/main" noGrp="1"/>
          </p:cNvSpPr>
          <p:nvPr>
            <p:ph type="subTitle" idx="9"/>
          </p:nvPr>
        </p:nvSpPr>
        <p:spPr>
          <a:xfrm xmlns:a="http://schemas.openxmlformats.org/drawingml/2006/main">
            <a:off x="1716619" y="2993110"/>
            <a:ext cx="5233500" cy="4476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Bebas Neue"/>
              <a:buNone/>
              <a:defRPr sz="2200" b="1">
                <a:latin typeface="Limelight"/>
                <a:ea typeface="Limelight"/>
                <a:cs typeface="Limelight"/>
              </a:defRPr>
            </a:lvl1pPr>
            <a:lvl2pPr algn="ctr">
              <a:lnSpc>
                <a:spcPct val="100000"/>
              </a:lnSpc>
              <a:spcBef>
                <a:spcPts val="0"/>
              </a:spcBef>
              <a:spcAft>
                <a:spcPts val="0"/>
              </a:spcAft>
              <a:buSzPts val="2400"/>
              <a:buFont typeface="Bebas Neue"/>
              <a:buNone/>
              <a:defRPr sz="2400">
                <a:latin typeface="Bebas Neue"/>
                <a:ea typeface="Bebas Neue"/>
                <a:cs typeface="Bebas Neue"/>
              </a:defRPr>
            </a:lvl2pPr>
            <a:lvl3pPr algn="ctr">
              <a:lnSpc>
                <a:spcPct val="100000"/>
              </a:lnSpc>
              <a:spcBef>
                <a:spcPts val="0"/>
              </a:spcBef>
              <a:spcAft>
                <a:spcPts val="0"/>
              </a:spcAft>
              <a:buSzPts val="2400"/>
              <a:buFont typeface="Bebas Neue"/>
              <a:buNone/>
              <a:defRPr sz="2400">
                <a:latin typeface="Bebas Neue"/>
                <a:ea typeface="Bebas Neue"/>
                <a:cs typeface="Bebas Neue"/>
              </a:defRPr>
            </a:lvl3pPr>
            <a:lvl4pPr algn="ctr">
              <a:lnSpc>
                <a:spcPct val="100000"/>
              </a:lnSpc>
              <a:spcBef>
                <a:spcPts val="0"/>
              </a:spcBef>
              <a:spcAft>
                <a:spcPts val="0"/>
              </a:spcAft>
              <a:buSzPts val="2400"/>
              <a:buFont typeface="Bebas Neue"/>
              <a:buNone/>
              <a:defRPr sz="2400">
                <a:latin typeface="Bebas Neue"/>
                <a:ea typeface="Bebas Neue"/>
                <a:cs typeface="Bebas Neue"/>
              </a:defRPr>
            </a:lvl4pPr>
            <a:lvl5pPr algn="ctr">
              <a:lnSpc>
                <a:spcPct val="100000"/>
              </a:lnSpc>
              <a:spcBef>
                <a:spcPts val="0"/>
              </a:spcBef>
              <a:spcAft>
                <a:spcPts val="0"/>
              </a:spcAft>
              <a:buSzPts val="2400"/>
              <a:buFont typeface="Bebas Neue"/>
              <a:buNone/>
              <a:defRPr sz="2400">
                <a:latin typeface="Bebas Neue"/>
                <a:ea typeface="Bebas Neue"/>
                <a:cs typeface="Bebas Neue"/>
              </a:defRPr>
            </a:lvl5pPr>
            <a:lvl6pPr algn="ctr">
              <a:lnSpc>
                <a:spcPct val="100000"/>
              </a:lnSpc>
              <a:spcBef>
                <a:spcPts val="0"/>
              </a:spcBef>
              <a:spcAft>
                <a:spcPts val="0"/>
              </a:spcAft>
              <a:buSzPts val="2400"/>
              <a:buFont typeface="Bebas Neue"/>
              <a:buNone/>
              <a:defRPr sz="2400">
                <a:latin typeface="Bebas Neue"/>
                <a:ea typeface="Bebas Neue"/>
                <a:cs typeface="Bebas Neue"/>
              </a:defRPr>
            </a:lvl6pPr>
            <a:lvl7pPr algn="ctr">
              <a:lnSpc>
                <a:spcPct val="100000"/>
              </a:lnSpc>
              <a:spcBef>
                <a:spcPts val="0"/>
              </a:spcBef>
              <a:spcAft>
                <a:spcPts val="0"/>
              </a:spcAft>
              <a:buSzPts val="2400"/>
              <a:buFont typeface="Bebas Neue"/>
              <a:buNone/>
              <a:defRPr sz="2400">
                <a:latin typeface="Bebas Neue"/>
                <a:ea typeface="Bebas Neue"/>
                <a:cs typeface="Bebas Neue"/>
              </a:defRPr>
            </a:lvl7pPr>
            <a:lvl8pPr algn="ctr">
              <a:lnSpc>
                <a:spcPct val="100000"/>
              </a:lnSpc>
              <a:spcBef>
                <a:spcPts val="0"/>
              </a:spcBef>
              <a:spcAft>
                <a:spcPts val="0"/>
              </a:spcAft>
              <a:buSzPts val="2400"/>
              <a:buFont typeface="Bebas Neue"/>
              <a:buNone/>
              <a:defRPr sz="2400">
                <a:latin typeface="Bebas Neue"/>
                <a:ea typeface="Bebas Neue"/>
                <a:cs typeface="Bebas Neue"/>
              </a:defRPr>
            </a:lvl8pPr>
            <a:lvl9pPr algn="ctr">
              <a:lnSpc>
                <a:spcPct val="100000"/>
              </a:lnSpc>
              <a:spcBef>
                <a:spcPts val="0"/>
              </a:spcBef>
              <a:spcAft>
                <a:spcPts val="0"/>
              </a:spcAft>
              <a:buSzPts val="2400"/>
              <a:buFont typeface="Bebas Neue"/>
              <a:buNone/>
              <a:defRPr sz="2400">
                <a:latin typeface="Bebas Neue"/>
                <a:ea typeface="Bebas Neue"/>
                <a:cs typeface="Bebas Neue"/>
              </a:defRPr>
            </a:lvl9pPr>
          </a:lstStyle>
          <a:p xmlns:a="http://schemas.openxmlformats.org/drawingml/2006/main"/>
        </p:txBody>
      </p:sp>
      <p:sp>
        <p:nvSpPr>
          <p:cNvPr id="84" name="Google Shape;84;p13">
            <a:extLst xmlns:a="http://schemas.openxmlformats.org/drawingml/2006/main">
              <a:ext uri="{FF2B5EF4-FFF2-40B4-BE49-F238E27FC236}">
                <a16:creationId xmlns:a16="http://schemas.microsoft.com/office/drawing/2014/main" id="{FB814CF0-F83C-4881-AE79-C2D12B8D0E6E}"/>
              </a:ext>
            </a:extLst>
          </p:cNvPr>
          <p:cNvSpPr>
            <a:spLocks xmlns:a="http://schemas.openxmlformats.org/drawingml/2006/main" noGrp="1"/>
          </p:cNvSpPr>
          <p:nvPr>
            <p:ph type="subTitle" idx="13"/>
          </p:nvPr>
        </p:nvSpPr>
        <p:spPr>
          <a:xfrm xmlns:a="http://schemas.openxmlformats.org/drawingml/2006/main">
            <a:off x="1716619" y="2123843"/>
            <a:ext cx="5233500" cy="4476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Bebas Neue"/>
              <a:buNone/>
              <a:defRPr sz="2200" b="1">
                <a:latin typeface="Limelight"/>
                <a:ea typeface="Limelight"/>
                <a:cs typeface="Limelight"/>
              </a:defRPr>
            </a:lvl1pPr>
            <a:lvl2pPr algn="ctr">
              <a:lnSpc>
                <a:spcPct val="100000"/>
              </a:lnSpc>
              <a:spcBef>
                <a:spcPts val="0"/>
              </a:spcBef>
              <a:spcAft>
                <a:spcPts val="0"/>
              </a:spcAft>
              <a:buSzPts val="2400"/>
              <a:buFont typeface="Bebas Neue"/>
              <a:buNone/>
              <a:defRPr sz="2400">
                <a:latin typeface="Bebas Neue"/>
                <a:ea typeface="Bebas Neue"/>
                <a:cs typeface="Bebas Neue"/>
              </a:defRPr>
            </a:lvl2pPr>
            <a:lvl3pPr algn="ctr">
              <a:lnSpc>
                <a:spcPct val="100000"/>
              </a:lnSpc>
              <a:spcBef>
                <a:spcPts val="0"/>
              </a:spcBef>
              <a:spcAft>
                <a:spcPts val="0"/>
              </a:spcAft>
              <a:buSzPts val="2400"/>
              <a:buFont typeface="Bebas Neue"/>
              <a:buNone/>
              <a:defRPr sz="2400">
                <a:latin typeface="Bebas Neue"/>
                <a:ea typeface="Bebas Neue"/>
                <a:cs typeface="Bebas Neue"/>
              </a:defRPr>
            </a:lvl3pPr>
            <a:lvl4pPr algn="ctr">
              <a:lnSpc>
                <a:spcPct val="100000"/>
              </a:lnSpc>
              <a:spcBef>
                <a:spcPts val="0"/>
              </a:spcBef>
              <a:spcAft>
                <a:spcPts val="0"/>
              </a:spcAft>
              <a:buSzPts val="2400"/>
              <a:buFont typeface="Bebas Neue"/>
              <a:buNone/>
              <a:defRPr sz="2400">
                <a:latin typeface="Bebas Neue"/>
                <a:ea typeface="Bebas Neue"/>
                <a:cs typeface="Bebas Neue"/>
              </a:defRPr>
            </a:lvl4pPr>
            <a:lvl5pPr algn="ctr">
              <a:lnSpc>
                <a:spcPct val="100000"/>
              </a:lnSpc>
              <a:spcBef>
                <a:spcPts val="0"/>
              </a:spcBef>
              <a:spcAft>
                <a:spcPts val="0"/>
              </a:spcAft>
              <a:buSzPts val="2400"/>
              <a:buFont typeface="Bebas Neue"/>
              <a:buNone/>
              <a:defRPr sz="2400">
                <a:latin typeface="Bebas Neue"/>
                <a:ea typeface="Bebas Neue"/>
                <a:cs typeface="Bebas Neue"/>
              </a:defRPr>
            </a:lvl5pPr>
            <a:lvl6pPr algn="ctr">
              <a:lnSpc>
                <a:spcPct val="100000"/>
              </a:lnSpc>
              <a:spcBef>
                <a:spcPts val="0"/>
              </a:spcBef>
              <a:spcAft>
                <a:spcPts val="0"/>
              </a:spcAft>
              <a:buSzPts val="2400"/>
              <a:buFont typeface="Bebas Neue"/>
              <a:buNone/>
              <a:defRPr sz="2400">
                <a:latin typeface="Bebas Neue"/>
                <a:ea typeface="Bebas Neue"/>
                <a:cs typeface="Bebas Neue"/>
              </a:defRPr>
            </a:lvl6pPr>
            <a:lvl7pPr algn="ctr">
              <a:lnSpc>
                <a:spcPct val="100000"/>
              </a:lnSpc>
              <a:spcBef>
                <a:spcPts val="0"/>
              </a:spcBef>
              <a:spcAft>
                <a:spcPts val="0"/>
              </a:spcAft>
              <a:buSzPts val="2400"/>
              <a:buFont typeface="Bebas Neue"/>
              <a:buNone/>
              <a:defRPr sz="2400">
                <a:latin typeface="Bebas Neue"/>
                <a:ea typeface="Bebas Neue"/>
                <a:cs typeface="Bebas Neue"/>
              </a:defRPr>
            </a:lvl7pPr>
            <a:lvl8pPr algn="ctr">
              <a:lnSpc>
                <a:spcPct val="100000"/>
              </a:lnSpc>
              <a:spcBef>
                <a:spcPts val="0"/>
              </a:spcBef>
              <a:spcAft>
                <a:spcPts val="0"/>
              </a:spcAft>
              <a:buSzPts val="2400"/>
              <a:buFont typeface="Bebas Neue"/>
              <a:buNone/>
              <a:defRPr sz="2400">
                <a:latin typeface="Bebas Neue"/>
                <a:ea typeface="Bebas Neue"/>
                <a:cs typeface="Bebas Neue"/>
              </a:defRPr>
            </a:lvl8pPr>
            <a:lvl9pPr algn="ctr">
              <a:lnSpc>
                <a:spcPct val="100000"/>
              </a:lnSpc>
              <a:spcBef>
                <a:spcPts val="0"/>
              </a:spcBef>
              <a:spcAft>
                <a:spcPts val="0"/>
              </a:spcAft>
              <a:buSzPts val="2400"/>
              <a:buFont typeface="Bebas Neue"/>
              <a:buNone/>
              <a:defRPr sz="2400">
                <a:latin typeface="Bebas Neue"/>
                <a:ea typeface="Bebas Neue"/>
                <a:cs typeface="Bebas Neue"/>
              </a:defRPr>
            </a:lvl9pPr>
          </a:lstStyle>
          <a:p xmlns:a="http://schemas.openxmlformats.org/drawingml/2006/main"/>
        </p:txBody>
      </p:sp>
      <p:sp>
        <p:nvSpPr>
          <p:cNvPr id="85" name="Google Shape;85;p13">
            <a:extLst xmlns:a="http://schemas.openxmlformats.org/drawingml/2006/main">
              <a:ext uri="{FF2B5EF4-FFF2-40B4-BE49-F238E27FC236}">
                <a16:creationId xmlns:a16="http://schemas.microsoft.com/office/drawing/2014/main" id="{6C41867D-F31D-4F7C-81EB-8304FA909F35}"/>
              </a:ext>
            </a:extLst>
          </p:cNvPr>
          <p:cNvSpPr>
            <a:spLocks xmlns:a="http://schemas.openxmlformats.org/drawingml/2006/main" noGrp="1"/>
          </p:cNvSpPr>
          <p:nvPr>
            <p:ph type="subTitle" idx="14"/>
          </p:nvPr>
        </p:nvSpPr>
        <p:spPr>
          <a:xfrm xmlns:a="http://schemas.openxmlformats.org/drawingml/2006/main">
            <a:off x="1716619" y="3862378"/>
            <a:ext cx="5233500" cy="4476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Bebas Neue"/>
              <a:buNone/>
              <a:defRPr sz="2200" b="1">
                <a:latin typeface="Limelight"/>
                <a:ea typeface="Limelight"/>
                <a:cs typeface="Limelight"/>
              </a:defRPr>
            </a:lvl1pPr>
            <a:lvl2pPr algn="ctr">
              <a:lnSpc>
                <a:spcPct val="100000"/>
              </a:lnSpc>
              <a:spcBef>
                <a:spcPts val="0"/>
              </a:spcBef>
              <a:spcAft>
                <a:spcPts val="0"/>
              </a:spcAft>
              <a:buSzPts val="2400"/>
              <a:buFont typeface="Bebas Neue"/>
              <a:buNone/>
              <a:defRPr sz="2400">
                <a:latin typeface="Bebas Neue"/>
                <a:ea typeface="Bebas Neue"/>
                <a:cs typeface="Bebas Neue"/>
              </a:defRPr>
            </a:lvl2pPr>
            <a:lvl3pPr algn="ctr">
              <a:lnSpc>
                <a:spcPct val="100000"/>
              </a:lnSpc>
              <a:spcBef>
                <a:spcPts val="0"/>
              </a:spcBef>
              <a:spcAft>
                <a:spcPts val="0"/>
              </a:spcAft>
              <a:buSzPts val="2400"/>
              <a:buFont typeface="Bebas Neue"/>
              <a:buNone/>
              <a:defRPr sz="2400">
                <a:latin typeface="Bebas Neue"/>
                <a:ea typeface="Bebas Neue"/>
                <a:cs typeface="Bebas Neue"/>
              </a:defRPr>
            </a:lvl3pPr>
            <a:lvl4pPr algn="ctr">
              <a:lnSpc>
                <a:spcPct val="100000"/>
              </a:lnSpc>
              <a:spcBef>
                <a:spcPts val="0"/>
              </a:spcBef>
              <a:spcAft>
                <a:spcPts val="0"/>
              </a:spcAft>
              <a:buSzPts val="2400"/>
              <a:buFont typeface="Bebas Neue"/>
              <a:buNone/>
              <a:defRPr sz="2400">
                <a:latin typeface="Bebas Neue"/>
                <a:ea typeface="Bebas Neue"/>
                <a:cs typeface="Bebas Neue"/>
              </a:defRPr>
            </a:lvl4pPr>
            <a:lvl5pPr algn="ctr">
              <a:lnSpc>
                <a:spcPct val="100000"/>
              </a:lnSpc>
              <a:spcBef>
                <a:spcPts val="0"/>
              </a:spcBef>
              <a:spcAft>
                <a:spcPts val="0"/>
              </a:spcAft>
              <a:buSzPts val="2400"/>
              <a:buFont typeface="Bebas Neue"/>
              <a:buNone/>
              <a:defRPr sz="2400">
                <a:latin typeface="Bebas Neue"/>
                <a:ea typeface="Bebas Neue"/>
                <a:cs typeface="Bebas Neue"/>
              </a:defRPr>
            </a:lvl5pPr>
            <a:lvl6pPr algn="ctr">
              <a:lnSpc>
                <a:spcPct val="100000"/>
              </a:lnSpc>
              <a:spcBef>
                <a:spcPts val="0"/>
              </a:spcBef>
              <a:spcAft>
                <a:spcPts val="0"/>
              </a:spcAft>
              <a:buSzPts val="2400"/>
              <a:buFont typeface="Bebas Neue"/>
              <a:buNone/>
              <a:defRPr sz="2400">
                <a:latin typeface="Bebas Neue"/>
                <a:ea typeface="Bebas Neue"/>
                <a:cs typeface="Bebas Neue"/>
              </a:defRPr>
            </a:lvl6pPr>
            <a:lvl7pPr algn="ctr">
              <a:lnSpc>
                <a:spcPct val="100000"/>
              </a:lnSpc>
              <a:spcBef>
                <a:spcPts val="0"/>
              </a:spcBef>
              <a:spcAft>
                <a:spcPts val="0"/>
              </a:spcAft>
              <a:buSzPts val="2400"/>
              <a:buFont typeface="Bebas Neue"/>
              <a:buNone/>
              <a:defRPr sz="2400">
                <a:latin typeface="Bebas Neue"/>
                <a:ea typeface="Bebas Neue"/>
                <a:cs typeface="Bebas Neue"/>
              </a:defRPr>
            </a:lvl7pPr>
            <a:lvl8pPr algn="ctr">
              <a:lnSpc>
                <a:spcPct val="100000"/>
              </a:lnSpc>
              <a:spcBef>
                <a:spcPts val="0"/>
              </a:spcBef>
              <a:spcAft>
                <a:spcPts val="0"/>
              </a:spcAft>
              <a:buSzPts val="2400"/>
              <a:buFont typeface="Bebas Neue"/>
              <a:buNone/>
              <a:defRPr sz="2400">
                <a:latin typeface="Bebas Neue"/>
                <a:ea typeface="Bebas Neue"/>
                <a:cs typeface="Bebas Neue"/>
              </a:defRPr>
            </a:lvl8pPr>
            <a:lvl9pPr algn="ctr">
              <a:lnSpc>
                <a:spcPct val="100000"/>
              </a:lnSpc>
              <a:spcBef>
                <a:spcPts val="0"/>
              </a:spcBef>
              <a:spcAft>
                <a:spcPts val="0"/>
              </a:spcAft>
              <a:buSzPts val="2400"/>
              <a:buFont typeface="Bebas Neue"/>
              <a:buNone/>
              <a:defRPr sz="2400">
                <a:latin typeface="Bebas Neue"/>
                <a:ea typeface="Bebas Neue"/>
                <a:cs typeface="Bebas Neue"/>
              </a:defRPr>
            </a:lvl9pPr>
          </a:lstStyle>
          <a:p xmlns:a="http://schemas.openxmlformats.org/drawingml/2006/main"/>
        </p:txBody>
      </p:sp>
      <p:sp>
        <p:nvSpPr>
          <p:cNvPr id="86" name="Google Shape;86;p13">
            <a:extLst xmlns:a="http://schemas.openxmlformats.org/drawingml/2006/main">
              <a:ext uri="{FF2B5EF4-FFF2-40B4-BE49-F238E27FC236}">
                <a16:creationId xmlns:a16="http://schemas.microsoft.com/office/drawing/2014/main" id="{EFA6FD44-9B42-48F7-8D8E-FF6CE818F8FE}"/>
              </a:ext>
            </a:extLst>
          </p:cNvPr>
          <p:cNvSpPr>
            <a:spLocks xmlns:a="http://schemas.openxmlformats.org/drawingml/2006/main" noGrp="1"/>
          </p:cNvSpPr>
          <p:nvPr>
            <p:ph type="title" idx="15"/>
          </p:nvPr>
        </p:nvSpPr>
        <p:spPr>
          <a:xfrm xmlns:a="http://schemas.openxmlformats.org/drawingml/2006/main">
            <a:off x="720000" y="445025"/>
            <a:ext cx="7704000" cy="5727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xmlns:a="http://schemas.openxmlformats.org/drawingml/2006/main"/>
        </p:txBody>
      </p:sp>
    </p:spTree>
  </p:cSld>
</p:sldLayout>
</file>

<file path=ppt/slideLayouts/slideLayout13.xml><?xml version="1.0" encoding="utf-8"?>
<p:sldLayout xmlns:p="http://schemas.openxmlformats.org/presentationml/2006/main" matchingName="Title only 1">
  <p:cSld name="TITLE_ONLY_1">
    <p:spTree>
      <p:nvGrpSpPr>
        <p:cNvPr id="1" name=""/>
        <p:cNvGrpSpPr/>
        <p:nvPr/>
      </p:nvGrpSpPr>
      <p:grpSpPr>
        <a:xfrm xmlns:a="http://schemas.openxmlformats.org/drawingml/2006/main"/>
      </p:grpSpPr>
      <p:pic>
        <p:nvPicPr>
          <p:cNvPr id="88" name="Google Shape;88;p14">
            <a:extLst xmlns:a="http://schemas.openxmlformats.org/drawingml/2006/main">
              <a:ext uri="{FF2B5EF4-FFF2-40B4-BE49-F238E27FC236}">
                <a16:creationId xmlns:a16="http://schemas.microsoft.com/office/drawing/2014/main" id="{AEFE9A68-1E16-4C33-859A-210F97B133CF}"/>
              </a:ext>
            </a:extLst>
          </p:cNvPr>
          <p:cNvPicPr>
            <a:picLocks xmlns:a="http://schemas.openxmlformats.org/drawingml/2006/main" noChangeAspect="1"/>
          </p:cNvPicPr>
          <p:nvPr/>
        </p:nvPicPr>
        <p:blipFill>
          <a:blip xmlns:r="http://schemas.openxmlformats.org/officeDocument/2006/relationships" xmlns:a="http://schemas.openxmlformats.org/drawingml/2006/main" r:embed="R38be812555f34d32">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89" name="Google Shape;89;p14">
            <a:extLst xmlns:a="http://schemas.openxmlformats.org/drawingml/2006/main">
              <a:ext uri="{FF2B5EF4-FFF2-40B4-BE49-F238E27FC236}">
                <a16:creationId xmlns:a16="http://schemas.microsoft.com/office/drawing/2014/main" id="{598759C9-BA19-44A0-A82D-FBB25FB80CE0}"/>
              </a:ext>
            </a:extLst>
          </p:cNvPr>
          <p:cNvSpPr>
            <a:spLocks xmlns:a="http://schemas.openxmlformats.org/drawingml/2006/main" noGrp="1"/>
          </p:cNvSpPr>
          <p:nvPr/>
        </p:nvSpPr>
        <p:spPr>
          <a:xfrm xmlns:a="http://schemas.openxmlformats.org/drawingml/2006/main">
            <a:off x="203850" y="276150"/>
            <a:ext cx="7980300" cy="45912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90" name="Google Shape;90;p14">
            <a:extLst xmlns:a="http://schemas.openxmlformats.org/drawingml/2006/main">
              <a:ext uri="{FF2B5EF4-FFF2-40B4-BE49-F238E27FC236}">
                <a16:creationId xmlns:a16="http://schemas.microsoft.com/office/drawing/2014/main" id="{CDA272F1-69C4-46CB-8D98-8DCA1C5C840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973caf98af94ec6">
            <a:alphaModFix/>
          </a:blip>
          <a:srcRect xmlns:a="http://schemas.openxmlformats.org/drawingml/2006/main" l="47076" t="90815" r="48" b="858"/>
          <a:stretch xmlns:a="http://schemas.openxmlformats.org/drawingml/2006/main"/>
        </p:blipFill>
        <p:spPr>
          <a:xfrm xmlns:a="http://schemas.openxmlformats.org/drawingml/2006/main" rot="-5400000" flipH="1">
            <a:off x="6314788" y="2268088"/>
            <a:ext cx="4580475" cy="620750"/>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91" name="Google Shape;91;p14">
            <a:extLst xmlns:a="http://schemas.openxmlformats.org/drawingml/2006/main">
              <a:ext uri="{FF2B5EF4-FFF2-40B4-BE49-F238E27FC236}">
                <a16:creationId xmlns:a16="http://schemas.microsoft.com/office/drawing/2014/main" id="{A54504F3-D412-418F-AE9A-C99169CB987C}"/>
              </a:ext>
            </a:extLst>
          </p:cNvPr>
          <p:cNvSpPr>
            <a:spLocks xmlns:a="http://schemas.openxmlformats.org/drawingml/2006/main" noGrp="1"/>
          </p:cNvSpPr>
          <p:nvPr>
            <p:ph type="title" idx="0"/>
          </p:nvPr>
        </p:nvSpPr>
        <p:spPr>
          <a:xfrm xmlns:a="http://schemas.openxmlformats.org/drawingml/2006/main">
            <a:off x="720000" y="445025"/>
            <a:ext cx="7442400" cy="5727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xmlns:a="http://schemas.openxmlformats.org/drawingml/2006/main"/>
        </p:txBody>
      </p:sp>
    </p:spTree>
  </p:cSld>
</p:sldLayout>
</file>

<file path=ppt/slideLayouts/slideLayout14.xml><?xml version="1.0" encoding="utf-8"?>
<p:sldLayout xmlns:p="http://schemas.openxmlformats.org/presentationml/2006/main" matchingName="Title only 2">
  <p:cSld name="TITLE_ONLY_1_1">
    <p:spTree>
      <p:nvGrpSpPr>
        <p:cNvPr id="1" name=""/>
        <p:cNvGrpSpPr/>
        <p:nvPr/>
      </p:nvGrpSpPr>
      <p:grpSpPr>
        <a:xfrm xmlns:a="http://schemas.openxmlformats.org/drawingml/2006/main"/>
      </p:grpSpPr>
      <p:pic>
        <p:nvPicPr>
          <p:cNvPr id="93" name="Google Shape;93;p15">
            <a:extLst xmlns:a="http://schemas.openxmlformats.org/drawingml/2006/main">
              <a:ext uri="{FF2B5EF4-FFF2-40B4-BE49-F238E27FC236}">
                <a16:creationId xmlns:a16="http://schemas.microsoft.com/office/drawing/2014/main" id="{87EE9264-98C7-42E5-8834-B12C0AABC32F}"/>
              </a:ext>
            </a:extLst>
          </p:cNvPr>
          <p:cNvPicPr>
            <a:picLocks xmlns:a="http://schemas.openxmlformats.org/drawingml/2006/main" noChangeAspect="1"/>
          </p:cNvPicPr>
          <p:nvPr/>
        </p:nvPicPr>
        <p:blipFill>
          <a:blip xmlns:r="http://schemas.openxmlformats.org/officeDocument/2006/relationships" xmlns:a="http://schemas.openxmlformats.org/drawingml/2006/main" r:embed="R4499b43d790a41cd">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94" name="Google Shape;94;p15">
            <a:extLst xmlns:a="http://schemas.openxmlformats.org/drawingml/2006/main">
              <a:ext uri="{FF2B5EF4-FFF2-40B4-BE49-F238E27FC236}">
                <a16:creationId xmlns:a16="http://schemas.microsoft.com/office/drawing/2014/main" id="{DAD9D3E7-C82E-4B8C-8C2A-DDBB9345C198}"/>
              </a:ext>
            </a:extLst>
          </p:cNvPr>
          <p:cNvSpPr>
            <a:spLocks xmlns:a="http://schemas.openxmlformats.org/drawingml/2006/main" noGrp="1"/>
          </p:cNvSpPr>
          <p:nvPr/>
        </p:nvSpPr>
        <p:spPr>
          <a:xfrm xmlns:a="http://schemas.openxmlformats.org/drawingml/2006/main">
            <a:off x="203850" y="276150"/>
            <a:ext cx="8736300" cy="39432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95" name="Google Shape;95;p15">
            <a:extLst xmlns:a="http://schemas.openxmlformats.org/drawingml/2006/main">
              <a:ext uri="{FF2B5EF4-FFF2-40B4-BE49-F238E27FC236}">
                <a16:creationId xmlns:a16="http://schemas.microsoft.com/office/drawing/2014/main" id="{1B9CF3BB-C9A8-4C2C-9168-F46AABFE99F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0e90f17d9434b21">
            <a:alphaModFix/>
          </a:blip>
          <a:srcRect xmlns:a="http://schemas.openxmlformats.org/drawingml/2006/main" l="-302" t="89411" r="-251" b="3474"/>
          <a:stretch xmlns:a="http://schemas.openxmlformats.org/drawingml/2006/main"/>
        </p:blipFill>
        <p:spPr>
          <a:xfrm xmlns:a="http://schemas.openxmlformats.org/drawingml/2006/main" rot="10800000">
            <a:off x="205075" y="4336975"/>
            <a:ext cx="8710325" cy="530375"/>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96" name="Google Shape;96;p15">
            <a:extLst xmlns:a="http://schemas.openxmlformats.org/drawingml/2006/main">
              <a:ext uri="{FF2B5EF4-FFF2-40B4-BE49-F238E27FC236}">
                <a16:creationId xmlns:a16="http://schemas.microsoft.com/office/drawing/2014/main" id="{F6145D48-0AF5-4DB6-8BCA-37442F2CCDA5}"/>
              </a:ext>
            </a:extLst>
          </p:cNvPr>
          <p:cNvSpPr>
            <a:spLocks xmlns:a="http://schemas.openxmlformats.org/drawingml/2006/main" noGrp="1"/>
          </p:cNvSpPr>
          <p:nvPr>
            <p:ph type="title" idx="0"/>
          </p:nvPr>
        </p:nvSpPr>
        <p:spPr>
          <a:xfrm xmlns:a="http://schemas.openxmlformats.org/drawingml/2006/main">
            <a:off x="720000" y="445025"/>
            <a:ext cx="7704000" cy="5727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xmlns:a="http://schemas.openxmlformats.org/drawingml/2006/main"/>
        </p:txBody>
      </p:sp>
    </p:spTree>
  </p:cSld>
</p:sldLayout>
</file>

<file path=ppt/slideLayouts/slideLayout15.xml><?xml version="1.0" encoding="utf-8"?>
<p:sldLayout xmlns:p="http://schemas.openxmlformats.org/presentationml/2006/main" matchingName="Title only 3">
  <p:cSld name="TITLE_ONLY_1_1_1">
    <p:spTree>
      <p:nvGrpSpPr>
        <p:cNvPr id="1" name=""/>
        <p:cNvGrpSpPr/>
        <p:nvPr/>
      </p:nvGrpSpPr>
      <p:grpSpPr>
        <a:xfrm xmlns:a="http://schemas.openxmlformats.org/drawingml/2006/main"/>
      </p:grpSpPr>
      <p:pic>
        <p:nvPicPr>
          <p:cNvPr id="98" name="Google Shape;98;p16">
            <a:extLst xmlns:a="http://schemas.openxmlformats.org/drawingml/2006/main">
              <a:ext uri="{FF2B5EF4-FFF2-40B4-BE49-F238E27FC236}">
                <a16:creationId xmlns:a16="http://schemas.microsoft.com/office/drawing/2014/main" id="{1C4CBBE5-B07F-45EF-B748-EAC4FBFC29BE}"/>
              </a:ext>
            </a:extLst>
          </p:cNvPr>
          <p:cNvPicPr>
            <a:picLocks xmlns:a="http://schemas.openxmlformats.org/drawingml/2006/main" noChangeAspect="1"/>
          </p:cNvPicPr>
          <p:nvPr/>
        </p:nvPicPr>
        <p:blipFill>
          <a:blip xmlns:r="http://schemas.openxmlformats.org/officeDocument/2006/relationships" xmlns:a="http://schemas.openxmlformats.org/drawingml/2006/main" r:embed="R4590d9b44adb47f6">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pic>
        <p:nvPicPr>
          <p:cNvPr id="99" name="Google Shape;99;p16">
            <a:extLst xmlns:a="http://schemas.openxmlformats.org/drawingml/2006/main">
              <a:ext uri="{FF2B5EF4-FFF2-40B4-BE49-F238E27FC236}">
                <a16:creationId xmlns:a16="http://schemas.microsoft.com/office/drawing/2014/main" id="{D1B489F1-C65C-4CFF-8C4F-07898CDA6EE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1e62607b5af44f5">
            <a:alphaModFix/>
          </a:blip>
          <a:srcRect xmlns:a="http://schemas.openxmlformats.org/drawingml/2006/main" l="47076" t="90815" r="48" b="858"/>
          <a:stretch xmlns:a="http://schemas.openxmlformats.org/drawingml/2006/main"/>
        </p:blipFill>
        <p:spPr>
          <a:xfrm xmlns:a="http://schemas.openxmlformats.org/drawingml/2006/main" rot="5400000">
            <a:off x="-1762412" y="2268088"/>
            <a:ext cx="4580475" cy="620750"/>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100" name="Google Shape;100;p16">
            <a:extLst xmlns:a="http://schemas.openxmlformats.org/drawingml/2006/main">
              <a:ext uri="{FF2B5EF4-FFF2-40B4-BE49-F238E27FC236}">
                <a16:creationId xmlns:a16="http://schemas.microsoft.com/office/drawing/2014/main" id="{63C94EFB-2631-4FCD-996A-4A580FE55520}"/>
              </a:ext>
            </a:extLst>
          </p:cNvPr>
          <p:cNvSpPr>
            <a:spLocks xmlns:a="http://schemas.openxmlformats.org/drawingml/2006/main" noGrp="1"/>
          </p:cNvSpPr>
          <p:nvPr>
            <p:ph type="title" idx="0"/>
          </p:nvPr>
        </p:nvSpPr>
        <p:spPr>
          <a:xfrm xmlns:a="http://schemas.openxmlformats.org/drawingml/2006/main">
            <a:off x="720000" y="445025"/>
            <a:ext cx="7704000" cy="5727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xmlns:a="http://schemas.openxmlformats.org/drawingml/2006/main"/>
        </p:txBody>
      </p:sp>
      <p:sp>
        <p:nvSpPr>
          <p:cNvPr id="101" name="Google Shape;101;p16">
            <a:extLst xmlns:a="http://schemas.openxmlformats.org/drawingml/2006/main">
              <a:ext uri="{FF2B5EF4-FFF2-40B4-BE49-F238E27FC236}">
                <a16:creationId xmlns:a16="http://schemas.microsoft.com/office/drawing/2014/main" id="{138D3DD4-C9C4-40A9-B4F6-D1E7F56BDBA3}"/>
              </a:ext>
            </a:extLst>
          </p:cNvPr>
          <p:cNvSpPr>
            <a:spLocks xmlns:a="http://schemas.openxmlformats.org/drawingml/2006/main" noGrp="1"/>
          </p:cNvSpPr>
          <p:nvPr/>
        </p:nvSpPr>
        <p:spPr>
          <a:xfrm xmlns:a="http://schemas.openxmlformats.org/drawingml/2006/main">
            <a:off x="940550" y="272150"/>
            <a:ext cx="8009925" cy="4604700"/>
          </a:xfrm>
          <a:custGeom xmlns:a="http://schemas.openxmlformats.org/drawingml/2006/main">
            <a:rect l="l" t="t" r="r" b="b"/>
            <a:pathLst>
              <a:path w="320397" h="184188">
                <a:moveTo>
                  <a:pt x="280203" y="184188"/>
                </a:moveTo>
                <a:lnTo>
                  <a:pt x="0" y="183775"/>
                </a:lnTo>
                <a:lnTo>
                  <a:pt x="780" y="302"/>
                </a:lnTo>
                <a:lnTo>
                  <a:pt x="320397" y="0"/>
                </a:lnTo>
                <a:lnTo>
                  <a:pt x="319860" y="80037"/>
                </a:lnTo>
              </a:path>
            </a:pathLst>
          </a:custGeom>
          <a:noFill xmlns:a="http://schemas.openxmlformats.org/drawingml/2006/main"/>
          <a:ln xmlns:a="http://schemas.openxmlformats.org/drawingml/2006/main" w="19050" cap="flat" cmpd="sng">
            <a:solidFill>
              <a:schemeClr val="dk1"/>
            </a:solidFill>
            <a:prstDash val="solid"/>
            <a:round/>
            <a:headEnd type="none" w="med" len="med"/>
            <a:tailEnd type="none" w="med" len="med"/>
          </a:ln>
        </p:spPr>
      </p:sp>
    </p:spTree>
  </p:cSld>
</p:sldLayout>
</file>

<file path=ppt/slideLayouts/slideLayout16.xml><?xml version="1.0" encoding="utf-8"?>
<p:sldLayout xmlns:p="http://schemas.openxmlformats.org/presentationml/2006/main" matchingName="Title and text ">
  <p:cSld name="CUSTOM_1">
    <p:spTree>
      <p:nvGrpSpPr>
        <p:cNvPr id="1" name=""/>
        <p:cNvGrpSpPr/>
        <p:nvPr/>
      </p:nvGrpSpPr>
      <p:grpSpPr>
        <a:xfrm xmlns:a="http://schemas.openxmlformats.org/drawingml/2006/main"/>
      </p:grpSpPr>
      <p:pic>
        <p:nvPicPr>
          <p:cNvPr id="103" name="Google Shape;103;p17">
            <a:extLst xmlns:a="http://schemas.openxmlformats.org/drawingml/2006/main">
              <a:ext uri="{FF2B5EF4-FFF2-40B4-BE49-F238E27FC236}">
                <a16:creationId xmlns:a16="http://schemas.microsoft.com/office/drawing/2014/main" id="{D1523D96-96C3-4E30-8DD4-1A888876BFFC}"/>
              </a:ext>
            </a:extLst>
          </p:cNvPr>
          <p:cNvPicPr>
            <a:picLocks xmlns:a="http://schemas.openxmlformats.org/drawingml/2006/main" noChangeAspect="1"/>
          </p:cNvPicPr>
          <p:nvPr/>
        </p:nvPicPr>
        <p:blipFill>
          <a:blip xmlns:r="http://schemas.openxmlformats.org/officeDocument/2006/relationships" xmlns:a="http://schemas.openxmlformats.org/drawingml/2006/main" r:embed="R9c08c980917e4494">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04" name="Google Shape;104;p17">
            <a:extLst xmlns:a="http://schemas.openxmlformats.org/drawingml/2006/main">
              <a:ext uri="{FF2B5EF4-FFF2-40B4-BE49-F238E27FC236}">
                <a16:creationId xmlns:a16="http://schemas.microsoft.com/office/drawing/2014/main" id="{1F34A777-6C9D-4AE1-A15D-2171622002CE}"/>
              </a:ext>
            </a:extLst>
          </p:cNvPr>
          <p:cNvSpPr>
            <a:spLocks xmlns:a="http://schemas.openxmlformats.org/drawingml/2006/main" noGrp="1"/>
          </p:cNvSpPr>
          <p:nvPr/>
        </p:nvSpPr>
        <p:spPr>
          <a:xfrm xmlns:a="http://schemas.openxmlformats.org/drawingml/2006/main">
            <a:off x="203850" y="276150"/>
            <a:ext cx="8736300" cy="39432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05" name="Google Shape;105;p17">
            <a:extLst xmlns:a="http://schemas.openxmlformats.org/drawingml/2006/main">
              <a:ext uri="{FF2B5EF4-FFF2-40B4-BE49-F238E27FC236}">
                <a16:creationId xmlns:a16="http://schemas.microsoft.com/office/drawing/2014/main" id="{15CB5A50-3765-4D63-8C62-568F01509BF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13d33ec81d54682">
            <a:alphaModFix/>
          </a:blip>
          <a:srcRect xmlns:a="http://schemas.openxmlformats.org/drawingml/2006/main" l="-302" t="89411" r="-251" b="3474"/>
          <a:stretch xmlns:a="http://schemas.openxmlformats.org/drawingml/2006/main"/>
        </p:blipFill>
        <p:spPr>
          <a:xfrm xmlns:a="http://schemas.openxmlformats.org/drawingml/2006/main" rot="10800000">
            <a:off x="205075" y="4336975"/>
            <a:ext cx="8710325" cy="530375"/>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106" name="Google Shape;106;p17">
            <a:extLst xmlns:a="http://schemas.openxmlformats.org/drawingml/2006/main">
              <a:ext uri="{FF2B5EF4-FFF2-40B4-BE49-F238E27FC236}">
                <a16:creationId xmlns:a16="http://schemas.microsoft.com/office/drawing/2014/main" id="{B35D134A-9F09-4DA8-A7B1-7B5CF8E44522}"/>
              </a:ext>
            </a:extLst>
          </p:cNvPr>
          <p:cNvSpPr>
            <a:spLocks xmlns:a="http://schemas.openxmlformats.org/drawingml/2006/main" noGrp="1"/>
          </p:cNvSpPr>
          <p:nvPr>
            <p:ph type="subTitle" idx="1"/>
          </p:nvPr>
        </p:nvSpPr>
        <p:spPr>
          <a:xfrm xmlns:a="http://schemas.openxmlformats.org/drawingml/2006/main">
            <a:off x="4972095" y="2004375"/>
            <a:ext cx="3213600" cy="11793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a:lvl1pPr>
            <a:lvl2pPr algn="r">
              <a:lnSpc>
                <a:spcPct val="100000"/>
              </a:lnSpc>
              <a:spcBef>
                <a:spcPts val="0"/>
              </a:spcBef>
              <a:spcAft>
                <a:spcPts val="0"/>
              </a:spcAft>
              <a:buSzPts val="1400"/>
              <a:buNone/>
              <a:defRPr/>
            </a:lvl2pPr>
            <a:lvl3pPr algn="r">
              <a:lnSpc>
                <a:spcPct val="100000"/>
              </a:lnSpc>
              <a:spcBef>
                <a:spcPts val="0"/>
              </a:spcBef>
              <a:spcAft>
                <a:spcPts val="0"/>
              </a:spcAft>
              <a:buSzPts val="1400"/>
              <a:buNone/>
              <a:defRPr/>
            </a:lvl3pPr>
            <a:lvl4pPr algn="r">
              <a:lnSpc>
                <a:spcPct val="100000"/>
              </a:lnSpc>
              <a:spcBef>
                <a:spcPts val="0"/>
              </a:spcBef>
              <a:spcAft>
                <a:spcPts val="0"/>
              </a:spcAft>
              <a:buSzPts val="1400"/>
              <a:buNone/>
              <a:defRPr/>
            </a:lvl4pPr>
            <a:lvl5pPr algn="r">
              <a:lnSpc>
                <a:spcPct val="100000"/>
              </a:lnSpc>
              <a:spcBef>
                <a:spcPts val="0"/>
              </a:spcBef>
              <a:spcAft>
                <a:spcPts val="0"/>
              </a:spcAft>
              <a:buSzPts val="1400"/>
              <a:buNone/>
              <a:defRPr/>
            </a:lvl5pPr>
            <a:lvl6pPr algn="r">
              <a:lnSpc>
                <a:spcPct val="100000"/>
              </a:lnSpc>
              <a:spcBef>
                <a:spcPts val="0"/>
              </a:spcBef>
              <a:spcAft>
                <a:spcPts val="0"/>
              </a:spcAft>
              <a:buSzPts val="1400"/>
              <a:buNone/>
              <a:defRPr/>
            </a:lvl6pPr>
            <a:lvl7pPr algn="r">
              <a:lnSpc>
                <a:spcPct val="100000"/>
              </a:lnSpc>
              <a:spcBef>
                <a:spcPts val="0"/>
              </a:spcBef>
              <a:spcAft>
                <a:spcPts val="0"/>
              </a:spcAft>
              <a:buSzPts val="1400"/>
              <a:buNone/>
              <a:defRPr/>
            </a:lvl7pPr>
            <a:lvl8pPr algn="r">
              <a:lnSpc>
                <a:spcPct val="100000"/>
              </a:lnSpc>
              <a:spcBef>
                <a:spcPts val="0"/>
              </a:spcBef>
              <a:spcAft>
                <a:spcPts val="0"/>
              </a:spcAft>
              <a:buSzPts val="1400"/>
              <a:buNone/>
              <a:defRPr/>
            </a:lvl8pPr>
            <a:lvl9pPr algn="r">
              <a:lnSpc>
                <a:spcPct val="100000"/>
              </a:lnSpc>
              <a:spcBef>
                <a:spcPts val="0"/>
              </a:spcBef>
              <a:spcAft>
                <a:spcPts val="0"/>
              </a:spcAft>
              <a:buSzPts val="1400"/>
              <a:buNone/>
              <a:defRPr/>
            </a:lvl9pPr>
          </a:lstStyle>
          <a:p xmlns:a="http://schemas.openxmlformats.org/drawingml/2006/main"/>
        </p:txBody>
      </p:sp>
      <p:sp>
        <p:nvSpPr>
          <p:cNvPr id="107" name="Google Shape;107;p17">
            <a:extLst xmlns:a="http://schemas.openxmlformats.org/drawingml/2006/main">
              <a:ext uri="{FF2B5EF4-FFF2-40B4-BE49-F238E27FC236}">
                <a16:creationId xmlns:a16="http://schemas.microsoft.com/office/drawing/2014/main" id="{3138556E-E522-457B-BF81-FB662EEA2800}"/>
              </a:ext>
            </a:extLst>
          </p:cNvPr>
          <p:cNvSpPr>
            <a:spLocks xmlns:a="http://schemas.openxmlformats.org/drawingml/2006/main" noGrp="1"/>
          </p:cNvSpPr>
          <p:nvPr>
            <p:ph type="title" idx="0"/>
          </p:nvPr>
        </p:nvSpPr>
        <p:spPr>
          <a:xfrm xmlns:a="http://schemas.openxmlformats.org/drawingml/2006/main">
            <a:off x="715100" y="445025"/>
            <a:ext cx="7704000" cy="5727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3000"/>
              <a:buNone/>
              <a:defRPr/>
            </a:lvl1pPr>
            <a:lvl2pPr algn="r">
              <a:spcBef>
                <a:spcPts val="0"/>
              </a:spcBef>
              <a:spcAft>
                <a:spcPts val="0"/>
              </a:spcAft>
              <a:buSzPts val="3000"/>
              <a:buNone/>
              <a:defRPr/>
            </a:lvl2pPr>
            <a:lvl3pPr algn="r">
              <a:spcBef>
                <a:spcPts val="0"/>
              </a:spcBef>
              <a:spcAft>
                <a:spcPts val="0"/>
              </a:spcAft>
              <a:buSzPts val="3000"/>
              <a:buNone/>
              <a:defRPr/>
            </a:lvl3pPr>
            <a:lvl4pPr algn="r">
              <a:spcBef>
                <a:spcPts val="0"/>
              </a:spcBef>
              <a:spcAft>
                <a:spcPts val="0"/>
              </a:spcAft>
              <a:buSzPts val="3000"/>
              <a:buNone/>
              <a:defRPr/>
            </a:lvl4pPr>
            <a:lvl5pPr algn="r">
              <a:spcBef>
                <a:spcPts val="0"/>
              </a:spcBef>
              <a:spcAft>
                <a:spcPts val="0"/>
              </a:spcAft>
              <a:buSzPts val="3000"/>
              <a:buNone/>
              <a:defRPr/>
            </a:lvl5pPr>
            <a:lvl6pPr algn="r">
              <a:spcBef>
                <a:spcPts val="0"/>
              </a:spcBef>
              <a:spcAft>
                <a:spcPts val="0"/>
              </a:spcAft>
              <a:buSzPts val="3000"/>
              <a:buNone/>
              <a:defRPr/>
            </a:lvl6pPr>
            <a:lvl7pPr algn="r">
              <a:spcBef>
                <a:spcPts val="0"/>
              </a:spcBef>
              <a:spcAft>
                <a:spcPts val="0"/>
              </a:spcAft>
              <a:buSzPts val="3000"/>
              <a:buNone/>
              <a:defRPr/>
            </a:lvl7pPr>
            <a:lvl8pPr algn="r">
              <a:spcBef>
                <a:spcPts val="0"/>
              </a:spcBef>
              <a:spcAft>
                <a:spcPts val="0"/>
              </a:spcAft>
              <a:buSzPts val="3000"/>
              <a:buNone/>
              <a:defRPr/>
            </a:lvl8pPr>
            <a:lvl9pPr algn="r">
              <a:spcBef>
                <a:spcPts val="0"/>
              </a:spcBef>
              <a:spcAft>
                <a:spcPts val="0"/>
              </a:spcAft>
              <a:buSzPts val="3000"/>
              <a:buNone/>
              <a:defRPr/>
            </a:lvl9pPr>
          </a:lstStyle>
          <a:p xmlns:a="http://schemas.openxmlformats.org/drawingml/2006/main"/>
        </p:txBody>
      </p:sp>
    </p:spTree>
  </p:cSld>
</p:sldLayout>
</file>

<file path=ppt/slideLayouts/slideLayout17.xml><?xml version="1.0" encoding="utf-8"?>
<p:sldLayout xmlns:p="http://schemas.openxmlformats.org/presentationml/2006/main" matchingName="Title and text 1">
  <p:cSld name="TITLE_AND_BODY_1">
    <p:spTree>
      <p:nvGrpSpPr>
        <p:cNvPr id="1" name=""/>
        <p:cNvGrpSpPr/>
        <p:nvPr/>
      </p:nvGrpSpPr>
      <p:grpSpPr>
        <a:xfrm xmlns:a="http://schemas.openxmlformats.org/drawingml/2006/main"/>
      </p:grpSpPr>
      <p:pic>
        <p:nvPicPr>
          <p:cNvPr id="109" name="Google Shape;109;p18">
            <a:extLst xmlns:a="http://schemas.openxmlformats.org/drawingml/2006/main">
              <a:ext uri="{FF2B5EF4-FFF2-40B4-BE49-F238E27FC236}">
                <a16:creationId xmlns:a16="http://schemas.microsoft.com/office/drawing/2014/main" id="{4177D7AC-82A8-4FA7-A163-E118E24BF78F}"/>
              </a:ext>
            </a:extLst>
          </p:cNvPr>
          <p:cNvPicPr>
            <a:picLocks xmlns:a="http://schemas.openxmlformats.org/drawingml/2006/main" noChangeAspect="1"/>
          </p:cNvPicPr>
          <p:nvPr/>
        </p:nvPicPr>
        <p:blipFill>
          <a:blip xmlns:r="http://schemas.openxmlformats.org/officeDocument/2006/relationships" xmlns:a="http://schemas.openxmlformats.org/drawingml/2006/main" r:embed="R36c5d25d47fe4bfe">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10" name="Google Shape;110;p18">
            <a:extLst xmlns:a="http://schemas.openxmlformats.org/drawingml/2006/main">
              <a:ext uri="{FF2B5EF4-FFF2-40B4-BE49-F238E27FC236}">
                <a16:creationId xmlns:a16="http://schemas.microsoft.com/office/drawing/2014/main" id="{005D2ED8-9754-45C3-8277-A90CBAEF449E}"/>
              </a:ext>
            </a:extLst>
          </p:cNvPr>
          <p:cNvSpPr>
            <a:spLocks xmlns:a="http://schemas.openxmlformats.org/drawingml/2006/main" noGrp="1"/>
          </p:cNvSpPr>
          <p:nvPr/>
        </p:nvSpPr>
        <p:spPr>
          <a:xfrm xmlns:a="http://schemas.openxmlformats.org/drawingml/2006/main">
            <a:off x="951725" y="276150"/>
            <a:ext cx="7988400" cy="45912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11" name="Google Shape;111;p18">
            <a:extLst xmlns:a="http://schemas.openxmlformats.org/drawingml/2006/main">
              <a:ext uri="{FF2B5EF4-FFF2-40B4-BE49-F238E27FC236}">
                <a16:creationId xmlns:a16="http://schemas.microsoft.com/office/drawing/2014/main" id="{83F58C35-E9DE-4EED-8E7C-2EC013DBF0C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aadbef165ca4075">
            <a:alphaModFix/>
          </a:blip>
          <a:srcRect xmlns:a="http://schemas.openxmlformats.org/drawingml/2006/main" l="47076" t="90815" r="48" b="858"/>
          <a:stretch xmlns:a="http://schemas.openxmlformats.org/drawingml/2006/main"/>
        </p:blipFill>
        <p:spPr>
          <a:xfrm xmlns:a="http://schemas.openxmlformats.org/drawingml/2006/main" rot="5400000">
            <a:off x="-1762412" y="2268088"/>
            <a:ext cx="4580475" cy="620750"/>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112" name="Google Shape;112;p18">
            <a:extLst xmlns:a="http://schemas.openxmlformats.org/drawingml/2006/main">
              <a:ext uri="{FF2B5EF4-FFF2-40B4-BE49-F238E27FC236}">
                <a16:creationId xmlns:a16="http://schemas.microsoft.com/office/drawing/2014/main" id="{9B6C10CB-C242-4FBD-B46C-02AC552E24E2}"/>
              </a:ext>
            </a:extLst>
          </p:cNvPr>
          <p:cNvSpPr>
            <a:spLocks xmlns:a="http://schemas.openxmlformats.org/drawingml/2006/main" noGrp="1"/>
          </p:cNvSpPr>
          <p:nvPr>
            <p:ph type="title" idx="0"/>
          </p:nvPr>
        </p:nvSpPr>
        <p:spPr>
          <a:xfrm xmlns:a="http://schemas.openxmlformats.org/drawingml/2006/main">
            <a:off x="720000" y="445025"/>
            <a:ext cx="7704000" cy="5727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xmlns:a="http://schemas.openxmlformats.org/drawingml/2006/main"/>
        </p:txBody>
      </p:sp>
      <p:sp>
        <p:nvSpPr>
          <p:cNvPr id="113" name="Google Shape;113;p18">
            <a:extLst xmlns:a="http://schemas.openxmlformats.org/drawingml/2006/main">
              <a:ext uri="{FF2B5EF4-FFF2-40B4-BE49-F238E27FC236}">
                <a16:creationId xmlns:a16="http://schemas.microsoft.com/office/drawing/2014/main" id="{CA90E0B4-DE38-4001-8881-1B8E3EBB5A1D}"/>
              </a:ext>
            </a:extLst>
          </p:cNvPr>
          <p:cNvSpPr>
            <a:spLocks xmlns:a="http://schemas.openxmlformats.org/drawingml/2006/main" noGrp="1"/>
          </p:cNvSpPr>
          <p:nvPr>
            <p:ph type="body" idx="1"/>
          </p:nvPr>
        </p:nvSpPr>
        <p:spPr>
          <a:xfrm xmlns:a="http://schemas.openxmlformats.org/drawingml/2006/main">
            <a:off x="1061350" y="1136800"/>
            <a:ext cx="7362600" cy="1496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0"/>
              </a:spcBef>
              <a:spcAft>
                <a:spcPts val="0"/>
              </a:spcAft>
              <a:buSzPts val="1400"/>
              <a:buFont typeface="Darker Grotesque SemiBold"/>
              <a:buChar char="●"/>
              <a:defRPr/>
            </a:lvl1pPr>
            <a:lvl2pPr marL="914400" indent="-317500">
              <a:lnSpc>
                <a:spcPct val="115000"/>
              </a:lnSpc>
              <a:spcBef>
                <a:spcPts val="0"/>
              </a:spcBef>
              <a:spcAft>
                <a:spcPts val="0"/>
              </a:spcAft>
              <a:buSzPts val="1400"/>
              <a:buFont typeface="Darker Grotesque SemiBold"/>
              <a:buChar char="○"/>
              <a:defRPr/>
            </a:lvl2pPr>
            <a:lvl3pPr marL="1371600" indent="-317500">
              <a:lnSpc>
                <a:spcPct val="115000"/>
              </a:lnSpc>
              <a:spcBef>
                <a:spcPts val="0"/>
              </a:spcBef>
              <a:spcAft>
                <a:spcPts val="0"/>
              </a:spcAft>
              <a:buSzPts val="1400"/>
              <a:buFont typeface="Darker Grotesque SemiBold"/>
              <a:buChar char="■"/>
              <a:defRPr/>
            </a:lvl3pPr>
            <a:lvl4pPr marL="1828800" indent="-317500">
              <a:lnSpc>
                <a:spcPct val="115000"/>
              </a:lnSpc>
              <a:spcBef>
                <a:spcPts val="0"/>
              </a:spcBef>
              <a:spcAft>
                <a:spcPts val="0"/>
              </a:spcAft>
              <a:buSzPts val="1400"/>
              <a:buFont typeface="Darker Grotesque SemiBold"/>
              <a:buChar char="●"/>
              <a:defRPr/>
            </a:lvl4pPr>
            <a:lvl5pPr marL="2286000" indent="-317500">
              <a:lnSpc>
                <a:spcPct val="115000"/>
              </a:lnSpc>
              <a:spcBef>
                <a:spcPts val="0"/>
              </a:spcBef>
              <a:spcAft>
                <a:spcPts val="0"/>
              </a:spcAft>
              <a:buSzPts val="1400"/>
              <a:buFont typeface="Darker Grotesque SemiBold"/>
              <a:buChar char="○"/>
              <a:defRPr/>
            </a:lvl5pPr>
            <a:lvl6pPr marL="2743200" indent="-317500">
              <a:lnSpc>
                <a:spcPct val="115000"/>
              </a:lnSpc>
              <a:spcBef>
                <a:spcPts val="0"/>
              </a:spcBef>
              <a:spcAft>
                <a:spcPts val="0"/>
              </a:spcAft>
              <a:buSzPts val="1400"/>
              <a:buFont typeface="Darker Grotesque SemiBold"/>
              <a:buChar char="■"/>
              <a:defRPr/>
            </a:lvl6pPr>
            <a:lvl7pPr marL="3200400" indent="-317500">
              <a:lnSpc>
                <a:spcPct val="115000"/>
              </a:lnSpc>
              <a:spcBef>
                <a:spcPts val="0"/>
              </a:spcBef>
              <a:spcAft>
                <a:spcPts val="0"/>
              </a:spcAft>
              <a:buSzPts val="1400"/>
              <a:buFont typeface="Darker Grotesque SemiBold"/>
              <a:buChar char="●"/>
              <a:defRPr/>
            </a:lvl7pPr>
            <a:lvl8pPr marL="3657600" indent="-317500">
              <a:lnSpc>
                <a:spcPct val="115000"/>
              </a:lnSpc>
              <a:spcBef>
                <a:spcPts val="0"/>
              </a:spcBef>
              <a:spcAft>
                <a:spcPts val="0"/>
              </a:spcAft>
              <a:buSzPts val="1400"/>
              <a:buFont typeface="Darker Grotesque SemiBold"/>
              <a:buChar char="○"/>
              <a:defRPr/>
            </a:lvl8pPr>
            <a:lvl9pPr marL="4114800" indent="-317500">
              <a:lnSpc>
                <a:spcPct val="115000"/>
              </a:lnSpc>
              <a:spcBef>
                <a:spcPts val="0"/>
              </a:spcBef>
              <a:spcAft>
                <a:spcPts val="0"/>
              </a:spcAft>
              <a:buSzPts val="1400"/>
              <a:buFont typeface="Darker Grotesque SemiBold"/>
              <a:buChar char="■"/>
              <a:defRPr/>
            </a:lvl9pPr>
          </a:lstStyle>
          <a:p xmlns:a="http://schemas.openxmlformats.org/drawingml/2006/main"/>
        </p:txBody>
      </p:sp>
    </p:spTree>
  </p:cSld>
</p:sldLayout>
</file>

<file path=ppt/slideLayouts/slideLayout18.xml><?xml version="1.0" encoding="utf-8"?>
<p:sldLayout xmlns:p="http://schemas.openxmlformats.org/presentationml/2006/main" matchingName="Title and text 2">
  <p:cSld name="TITLE_AND_BODY_1_1">
    <p:spTree>
      <p:nvGrpSpPr>
        <p:cNvPr id="1" name=""/>
        <p:cNvGrpSpPr/>
        <p:nvPr/>
      </p:nvGrpSpPr>
      <p:grpSpPr>
        <a:xfrm xmlns:a="http://schemas.openxmlformats.org/drawingml/2006/main"/>
      </p:grpSpPr>
      <p:pic>
        <p:nvPicPr>
          <p:cNvPr id="115" name="Google Shape;115;p19">
            <a:extLst xmlns:a="http://schemas.openxmlformats.org/drawingml/2006/main">
              <a:ext uri="{FF2B5EF4-FFF2-40B4-BE49-F238E27FC236}">
                <a16:creationId xmlns:a16="http://schemas.microsoft.com/office/drawing/2014/main" id="{58CED619-D6C0-49BE-B34A-78F177CE3788}"/>
              </a:ext>
            </a:extLst>
          </p:cNvPr>
          <p:cNvPicPr>
            <a:picLocks xmlns:a="http://schemas.openxmlformats.org/drawingml/2006/main" noChangeAspect="1"/>
          </p:cNvPicPr>
          <p:nvPr/>
        </p:nvPicPr>
        <p:blipFill>
          <a:blip xmlns:r="http://schemas.openxmlformats.org/officeDocument/2006/relationships" xmlns:a="http://schemas.openxmlformats.org/drawingml/2006/main" r:embed="Rb0b3313b26c44cec">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16" name="Google Shape;116;p19">
            <a:extLst xmlns:a="http://schemas.openxmlformats.org/drawingml/2006/main">
              <a:ext uri="{FF2B5EF4-FFF2-40B4-BE49-F238E27FC236}">
                <a16:creationId xmlns:a16="http://schemas.microsoft.com/office/drawing/2014/main" id="{910646D3-CBE1-4ABF-8B58-18CB5E8EC3D8}"/>
              </a:ext>
            </a:extLst>
          </p:cNvPr>
          <p:cNvSpPr>
            <a:spLocks xmlns:a="http://schemas.openxmlformats.org/drawingml/2006/main" noGrp="1"/>
          </p:cNvSpPr>
          <p:nvPr/>
        </p:nvSpPr>
        <p:spPr>
          <a:xfrm xmlns:a="http://schemas.openxmlformats.org/drawingml/2006/main">
            <a:off x="203850" y="276150"/>
            <a:ext cx="7980300" cy="45912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17" name="Google Shape;117;p19">
            <a:extLst xmlns:a="http://schemas.openxmlformats.org/drawingml/2006/main">
              <a:ext uri="{FF2B5EF4-FFF2-40B4-BE49-F238E27FC236}">
                <a16:creationId xmlns:a16="http://schemas.microsoft.com/office/drawing/2014/main" id="{96283B4A-5C16-4B6A-96CD-024488055AA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890710d04184d0f">
            <a:alphaModFix/>
          </a:blip>
          <a:srcRect xmlns:a="http://schemas.openxmlformats.org/drawingml/2006/main" l="47076" t="90815" r="48" b="858"/>
          <a:stretch xmlns:a="http://schemas.openxmlformats.org/drawingml/2006/main"/>
        </p:blipFill>
        <p:spPr>
          <a:xfrm xmlns:a="http://schemas.openxmlformats.org/drawingml/2006/main" rot="-5400000" flipH="1">
            <a:off x="6314788" y="2268088"/>
            <a:ext cx="4580475" cy="620750"/>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118" name="Google Shape;118;p19">
            <a:extLst xmlns:a="http://schemas.openxmlformats.org/drawingml/2006/main">
              <a:ext uri="{FF2B5EF4-FFF2-40B4-BE49-F238E27FC236}">
                <a16:creationId xmlns:a16="http://schemas.microsoft.com/office/drawing/2014/main" id="{5648E0EC-EF2A-4856-B217-6433613A7FA4}"/>
              </a:ext>
            </a:extLst>
          </p:cNvPr>
          <p:cNvSpPr>
            <a:spLocks xmlns:a="http://schemas.openxmlformats.org/drawingml/2006/main" noGrp="1"/>
          </p:cNvSpPr>
          <p:nvPr>
            <p:ph type="title" idx="0"/>
          </p:nvPr>
        </p:nvSpPr>
        <p:spPr>
          <a:xfrm xmlns:a="http://schemas.openxmlformats.org/drawingml/2006/main">
            <a:off x="720000" y="445025"/>
            <a:ext cx="7704000" cy="5727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xmlns:a="http://schemas.openxmlformats.org/drawingml/2006/main"/>
        </p:txBody>
      </p:sp>
      <p:sp>
        <p:nvSpPr>
          <p:cNvPr id="119" name="Google Shape;119;p19">
            <a:extLst xmlns:a="http://schemas.openxmlformats.org/drawingml/2006/main">
              <a:ext uri="{FF2B5EF4-FFF2-40B4-BE49-F238E27FC236}">
                <a16:creationId xmlns:a16="http://schemas.microsoft.com/office/drawing/2014/main" id="{AE54480A-3FB7-4AB3-814D-20EE1AD1CC3D}"/>
              </a:ext>
            </a:extLst>
          </p:cNvPr>
          <p:cNvSpPr>
            <a:spLocks xmlns:a="http://schemas.openxmlformats.org/drawingml/2006/main" noGrp="1"/>
          </p:cNvSpPr>
          <p:nvPr>
            <p:ph type="body" idx="1"/>
          </p:nvPr>
        </p:nvSpPr>
        <p:spPr>
          <a:xfrm xmlns:a="http://schemas.openxmlformats.org/drawingml/2006/main">
            <a:off x="788675" y="1136800"/>
            <a:ext cx="6803700" cy="32856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0"/>
              </a:spcBef>
              <a:spcAft>
                <a:spcPts val="0"/>
              </a:spcAft>
              <a:buSzPts val="1400"/>
              <a:buFont typeface="Darker Grotesque SemiBold"/>
              <a:buChar char="●"/>
              <a:defRPr/>
            </a:lvl1pPr>
            <a:lvl2pPr marL="914400" indent="-317500">
              <a:lnSpc>
                <a:spcPct val="115000"/>
              </a:lnSpc>
              <a:spcBef>
                <a:spcPts val="0"/>
              </a:spcBef>
              <a:spcAft>
                <a:spcPts val="0"/>
              </a:spcAft>
              <a:buSzPts val="1400"/>
              <a:buFont typeface="Darker Grotesque SemiBold"/>
              <a:buChar char="○"/>
              <a:defRPr/>
            </a:lvl2pPr>
            <a:lvl3pPr marL="1371600" indent="-317500">
              <a:lnSpc>
                <a:spcPct val="115000"/>
              </a:lnSpc>
              <a:spcBef>
                <a:spcPts val="0"/>
              </a:spcBef>
              <a:spcAft>
                <a:spcPts val="0"/>
              </a:spcAft>
              <a:buSzPts val="1400"/>
              <a:buFont typeface="Darker Grotesque SemiBold"/>
              <a:buChar char="■"/>
              <a:defRPr/>
            </a:lvl3pPr>
            <a:lvl4pPr marL="1828800" indent="-317500">
              <a:lnSpc>
                <a:spcPct val="115000"/>
              </a:lnSpc>
              <a:spcBef>
                <a:spcPts val="0"/>
              </a:spcBef>
              <a:spcAft>
                <a:spcPts val="0"/>
              </a:spcAft>
              <a:buSzPts val="1400"/>
              <a:buFont typeface="Darker Grotesque SemiBold"/>
              <a:buChar char="●"/>
              <a:defRPr/>
            </a:lvl4pPr>
            <a:lvl5pPr marL="2286000" indent="-317500">
              <a:lnSpc>
                <a:spcPct val="115000"/>
              </a:lnSpc>
              <a:spcBef>
                <a:spcPts val="0"/>
              </a:spcBef>
              <a:spcAft>
                <a:spcPts val="0"/>
              </a:spcAft>
              <a:buSzPts val="1400"/>
              <a:buFont typeface="Darker Grotesque SemiBold"/>
              <a:buChar char="○"/>
              <a:defRPr/>
            </a:lvl5pPr>
            <a:lvl6pPr marL="2743200" indent="-317500">
              <a:lnSpc>
                <a:spcPct val="115000"/>
              </a:lnSpc>
              <a:spcBef>
                <a:spcPts val="0"/>
              </a:spcBef>
              <a:spcAft>
                <a:spcPts val="0"/>
              </a:spcAft>
              <a:buSzPts val="1400"/>
              <a:buFont typeface="Darker Grotesque SemiBold"/>
              <a:buChar char="■"/>
              <a:defRPr/>
            </a:lvl6pPr>
            <a:lvl7pPr marL="3200400" indent="-317500">
              <a:lnSpc>
                <a:spcPct val="115000"/>
              </a:lnSpc>
              <a:spcBef>
                <a:spcPts val="0"/>
              </a:spcBef>
              <a:spcAft>
                <a:spcPts val="0"/>
              </a:spcAft>
              <a:buSzPts val="1400"/>
              <a:buFont typeface="Darker Grotesque SemiBold"/>
              <a:buChar char="●"/>
              <a:defRPr/>
            </a:lvl7pPr>
            <a:lvl8pPr marL="3657600" indent="-317500">
              <a:lnSpc>
                <a:spcPct val="115000"/>
              </a:lnSpc>
              <a:spcBef>
                <a:spcPts val="0"/>
              </a:spcBef>
              <a:spcAft>
                <a:spcPts val="0"/>
              </a:spcAft>
              <a:buSzPts val="1400"/>
              <a:buFont typeface="Darker Grotesque SemiBold"/>
              <a:buChar char="○"/>
              <a:defRPr/>
            </a:lvl8pPr>
            <a:lvl9pPr marL="4114800" indent="-317500">
              <a:lnSpc>
                <a:spcPct val="115000"/>
              </a:lnSpc>
              <a:spcBef>
                <a:spcPts val="0"/>
              </a:spcBef>
              <a:spcAft>
                <a:spcPts val="0"/>
              </a:spcAft>
              <a:buSzPts val="1400"/>
              <a:buFont typeface="Darker Grotesque SemiBold"/>
              <a:buChar char="■"/>
              <a:defRPr/>
            </a:lvl9pPr>
          </a:lstStyle>
          <a:p xmlns:a="http://schemas.openxmlformats.org/drawingml/2006/main"/>
        </p:txBody>
      </p:sp>
    </p:spTree>
  </p:cSld>
</p:sldLayout>
</file>

<file path=ppt/slideLayouts/slideLayout19.xml><?xml version="1.0" encoding="utf-8"?>
<p:sldLayout xmlns:p="http://schemas.openxmlformats.org/presentationml/2006/main" matchingName="Title and text 3">
  <p:cSld name="TITLE_AND_BODY_1_1_1">
    <p:spTree>
      <p:nvGrpSpPr>
        <p:cNvPr id="1" name=""/>
        <p:cNvGrpSpPr/>
        <p:nvPr/>
      </p:nvGrpSpPr>
      <p:grpSpPr>
        <a:xfrm xmlns:a="http://schemas.openxmlformats.org/drawingml/2006/main"/>
      </p:grpSpPr>
      <p:pic>
        <p:nvPicPr>
          <p:cNvPr id="121" name="Google Shape;121;p20">
            <a:extLst xmlns:a="http://schemas.openxmlformats.org/drawingml/2006/main">
              <a:ext uri="{FF2B5EF4-FFF2-40B4-BE49-F238E27FC236}">
                <a16:creationId xmlns:a16="http://schemas.microsoft.com/office/drawing/2014/main" id="{71D4C28D-6C5B-47C2-8302-86AD973D2C70}"/>
              </a:ext>
            </a:extLst>
          </p:cNvPr>
          <p:cNvPicPr>
            <a:picLocks xmlns:a="http://schemas.openxmlformats.org/drawingml/2006/main" noChangeAspect="1"/>
          </p:cNvPicPr>
          <p:nvPr/>
        </p:nvPicPr>
        <p:blipFill>
          <a:blip xmlns:r="http://schemas.openxmlformats.org/officeDocument/2006/relationships" xmlns:a="http://schemas.openxmlformats.org/drawingml/2006/main" r:embed="Rb79560ddc10e4682">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2" name="Google Shape;122;p20">
            <a:extLst xmlns:a="http://schemas.openxmlformats.org/drawingml/2006/main">
              <a:ext uri="{FF2B5EF4-FFF2-40B4-BE49-F238E27FC236}">
                <a16:creationId xmlns:a16="http://schemas.microsoft.com/office/drawing/2014/main" id="{0F611BB3-6822-43CE-81D7-B2E384952742}"/>
              </a:ext>
            </a:extLst>
          </p:cNvPr>
          <p:cNvSpPr>
            <a:spLocks xmlns:a="http://schemas.openxmlformats.org/drawingml/2006/main" noGrp="1"/>
          </p:cNvSpPr>
          <p:nvPr/>
        </p:nvSpPr>
        <p:spPr>
          <a:xfrm xmlns:a="http://schemas.openxmlformats.org/drawingml/2006/main">
            <a:off x="951725" y="276150"/>
            <a:ext cx="7988400" cy="45912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23" name="Google Shape;123;p20">
            <a:extLst xmlns:a="http://schemas.openxmlformats.org/drawingml/2006/main">
              <a:ext uri="{FF2B5EF4-FFF2-40B4-BE49-F238E27FC236}">
                <a16:creationId xmlns:a16="http://schemas.microsoft.com/office/drawing/2014/main" id="{80F9E447-2710-4A8E-A3A6-CFB59ACF3A8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38213dd969a4cd2">
            <a:alphaModFix/>
          </a:blip>
          <a:srcRect xmlns:a="http://schemas.openxmlformats.org/drawingml/2006/main" l="47076" t="90815" r="48" b="858"/>
          <a:stretch xmlns:a="http://schemas.openxmlformats.org/drawingml/2006/main"/>
        </p:blipFill>
        <p:spPr>
          <a:xfrm xmlns:a="http://schemas.openxmlformats.org/drawingml/2006/main" rot="5400000">
            <a:off x="-1762412" y="2268088"/>
            <a:ext cx="4580475" cy="620750"/>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124" name="Google Shape;124;p20">
            <a:extLst xmlns:a="http://schemas.openxmlformats.org/drawingml/2006/main">
              <a:ext uri="{FF2B5EF4-FFF2-40B4-BE49-F238E27FC236}">
                <a16:creationId xmlns:a16="http://schemas.microsoft.com/office/drawing/2014/main" id="{F4A48D4F-BDAE-4221-B3F9-08869ECDE22F}"/>
              </a:ext>
            </a:extLst>
          </p:cNvPr>
          <p:cNvSpPr>
            <a:spLocks xmlns:a="http://schemas.openxmlformats.org/drawingml/2006/main" noGrp="1"/>
          </p:cNvSpPr>
          <p:nvPr>
            <p:ph type="title" idx="0"/>
          </p:nvPr>
        </p:nvSpPr>
        <p:spPr>
          <a:xfrm xmlns:a="http://schemas.openxmlformats.org/drawingml/2006/main">
            <a:off x="720000" y="445025"/>
            <a:ext cx="7704000" cy="5727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xmlns:a="http://schemas.openxmlformats.org/drawingml/2006/main"/>
        </p:txBody>
      </p:sp>
      <p:sp>
        <p:nvSpPr>
          <p:cNvPr id="125" name="Google Shape;125;p20">
            <a:extLst xmlns:a="http://schemas.openxmlformats.org/drawingml/2006/main">
              <a:ext uri="{FF2B5EF4-FFF2-40B4-BE49-F238E27FC236}">
                <a16:creationId xmlns:a16="http://schemas.microsoft.com/office/drawing/2014/main" id="{CBA59E3E-6D51-4C62-90C0-90CCDF6F7340}"/>
              </a:ext>
            </a:extLst>
          </p:cNvPr>
          <p:cNvSpPr>
            <a:spLocks xmlns:a="http://schemas.openxmlformats.org/drawingml/2006/main" noGrp="1"/>
          </p:cNvSpPr>
          <p:nvPr>
            <p:ph type="body" idx="1"/>
          </p:nvPr>
        </p:nvSpPr>
        <p:spPr>
          <a:xfrm xmlns:a="http://schemas.openxmlformats.org/drawingml/2006/main">
            <a:off x="4606025" y="1374400"/>
            <a:ext cx="3818100" cy="29130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323850">
              <a:spcBef>
                <a:spcPts val="0"/>
              </a:spcBef>
              <a:spcAft>
                <a:spcPts val="0"/>
              </a:spcAft>
              <a:buClr>
                <a:srgbClr val="D1B4E5"/>
              </a:buClr>
              <a:buSzPts val="1500"/>
              <a:buAutoNum type="arabicPeriod"/>
              <a:defRPr/>
            </a:lvl1pPr>
            <a:lvl2pPr marL="914400" indent="-317500">
              <a:lnSpc>
                <a:spcPct val="115000"/>
              </a:lnSpc>
              <a:spcBef>
                <a:spcPts val="0"/>
              </a:spcBef>
              <a:spcAft>
                <a:spcPts val="0"/>
              </a:spcAft>
              <a:buClr>
                <a:srgbClr val="000000"/>
              </a:buClr>
              <a:buSzPts val="1400"/>
              <a:buFont typeface="Arimo"/>
              <a:buAutoNum type="alphaLcPeriod"/>
              <a:defRPr/>
            </a:lvl2pPr>
            <a:lvl3pPr marL="1371600" indent="-317500">
              <a:lnSpc>
                <a:spcPct val="115000"/>
              </a:lnSpc>
              <a:spcBef>
                <a:spcPts val="0"/>
              </a:spcBef>
              <a:spcAft>
                <a:spcPts val="0"/>
              </a:spcAft>
              <a:buClr>
                <a:srgbClr val="000000"/>
              </a:buClr>
              <a:buSzPts val="1400"/>
              <a:buFont typeface="Arimo"/>
              <a:buAutoNum type="romanLcPeriod"/>
              <a:defRPr/>
            </a:lvl3pPr>
            <a:lvl4pPr marL="1828800" indent="-317500">
              <a:lnSpc>
                <a:spcPct val="115000"/>
              </a:lnSpc>
              <a:spcBef>
                <a:spcPts val="0"/>
              </a:spcBef>
              <a:spcAft>
                <a:spcPts val="0"/>
              </a:spcAft>
              <a:buClr>
                <a:srgbClr val="000000"/>
              </a:buClr>
              <a:buSzPts val="1400"/>
              <a:buFont typeface="Arimo"/>
              <a:buAutoNum type="arabicPeriod"/>
              <a:defRPr/>
            </a:lvl4pPr>
            <a:lvl5pPr marL="2286000" indent="-317500">
              <a:lnSpc>
                <a:spcPct val="115000"/>
              </a:lnSpc>
              <a:spcBef>
                <a:spcPts val="0"/>
              </a:spcBef>
              <a:spcAft>
                <a:spcPts val="0"/>
              </a:spcAft>
              <a:buClr>
                <a:srgbClr val="000000"/>
              </a:buClr>
              <a:buSzPts val="1400"/>
              <a:buFont typeface="Arimo"/>
              <a:buAutoNum type="alphaLcPeriod"/>
              <a:defRPr/>
            </a:lvl5pPr>
            <a:lvl6pPr marL="2743200" indent="-317500">
              <a:lnSpc>
                <a:spcPct val="115000"/>
              </a:lnSpc>
              <a:spcBef>
                <a:spcPts val="0"/>
              </a:spcBef>
              <a:spcAft>
                <a:spcPts val="0"/>
              </a:spcAft>
              <a:buClr>
                <a:srgbClr val="000000"/>
              </a:buClr>
              <a:buSzPts val="1400"/>
              <a:buFont typeface="Arimo"/>
              <a:buAutoNum type="romanLcPeriod"/>
              <a:defRPr/>
            </a:lvl6pPr>
            <a:lvl7pPr marL="3200400" indent="-317500">
              <a:lnSpc>
                <a:spcPct val="115000"/>
              </a:lnSpc>
              <a:spcBef>
                <a:spcPts val="0"/>
              </a:spcBef>
              <a:spcAft>
                <a:spcPts val="0"/>
              </a:spcAft>
              <a:buClr>
                <a:srgbClr val="000000"/>
              </a:buClr>
              <a:buSzPts val="1400"/>
              <a:buFont typeface="Arimo"/>
              <a:buAutoNum type="arabicPeriod"/>
              <a:defRPr/>
            </a:lvl7pPr>
            <a:lvl8pPr marL="3657600" indent="-317500">
              <a:lnSpc>
                <a:spcPct val="115000"/>
              </a:lnSpc>
              <a:spcBef>
                <a:spcPts val="0"/>
              </a:spcBef>
              <a:spcAft>
                <a:spcPts val="0"/>
              </a:spcAft>
              <a:buClr>
                <a:srgbClr val="000000"/>
              </a:buClr>
              <a:buSzPts val="1400"/>
              <a:buFont typeface="Arimo"/>
              <a:buAutoNum type="alphaLcPeriod"/>
              <a:defRPr/>
            </a:lvl8pPr>
            <a:lvl9pPr marL="4114800" indent="-317500">
              <a:lnSpc>
                <a:spcPct val="115000"/>
              </a:lnSpc>
              <a:spcBef>
                <a:spcPts val="0"/>
              </a:spcBef>
              <a:spcAft>
                <a:spcPts val="0"/>
              </a:spcAft>
              <a:buClr>
                <a:srgbClr val="000000"/>
              </a:buClr>
              <a:buSzPts val="1400"/>
              <a:buFont typeface="Arimo"/>
              <a:buAutoNum type="romanLcPeriod"/>
              <a:defRPr/>
            </a:lvl9pPr>
          </a:lstStyle>
          <a:p xmlns:a="http://schemas.openxmlformats.org/drawingml/2006/main"/>
        </p:txBody>
      </p:sp>
    </p:spTree>
  </p:cSld>
</p:sldLayout>
</file>

<file path=ppt/slideLayouts/slideLayout20.xml><?xml version="1.0" encoding="utf-8"?>
<p:sldLayout xmlns:p="http://schemas.openxmlformats.org/presentationml/2006/main" matchingName="Title and three columns">
  <p:cSld name="BLANK_1_1_1_2">
    <p:spTree>
      <p:nvGrpSpPr>
        <p:cNvPr id="1" name=""/>
        <p:cNvGrpSpPr/>
        <p:nvPr/>
      </p:nvGrpSpPr>
      <p:grpSpPr>
        <a:xfrm xmlns:a="http://schemas.openxmlformats.org/drawingml/2006/main"/>
      </p:grpSpPr>
      <p:pic>
        <p:nvPicPr>
          <p:cNvPr id="127" name="Google Shape;127;p21">
            <a:extLst xmlns:a="http://schemas.openxmlformats.org/drawingml/2006/main">
              <a:ext uri="{FF2B5EF4-FFF2-40B4-BE49-F238E27FC236}">
                <a16:creationId xmlns:a16="http://schemas.microsoft.com/office/drawing/2014/main" id="{93615A0E-486D-4B14-A91F-C4AA51CE4E9A}"/>
              </a:ext>
            </a:extLst>
          </p:cNvPr>
          <p:cNvPicPr>
            <a:picLocks xmlns:a="http://schemas.openxmlformats.org/drawingml/2006/main" noChangeAspect="1"/>
          </p:cNvPicPr>
          <p:nvPr/>
        </p:nvPicPr>
        <p:blipFill>
          <a:blip xmlns:r="http://schemas.openxmlformats.org/officeDocument/2006/relationships" xmlns:a="http://schemas.openxmlformats.org/drawingml/2006/main" r:embed="Re09df8b1dcd24960">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8" name="Google Shape;128;p21">
            <a:extLst xmlns:a="http://schemas.openxmlformats.org/drawingml/2006/main">
              <a:ext uri="{FF2B5EF4-FFF2-40B4-BE49-F238E27FC236}">
                <a16:creationId xmlns:a16="http://schemas.microsoft.com/office/drawing/2014/main" id="{AC446D8B-73FD-439A-87BC-D1D1F5ED48A0}"/>
              </a:ext>
            </a:extLst>
          </p:cNvPr>
          <p:cNvSpPr>
            <a:spLocks xmlns:a="http://schemas.openxmlformats.org/drawingml/2006/main" noGrp="1"/>
          </p:cNvSpPr>
          <p:nvPr/>
        </p:nvSpPr>
        <p:spPr>
          <a:xfrm xmlns:a="http://schemas.openxmlformats.org/drawingml/2006/main">
            <a:off x="951725" y="276150"/>
            <a:ext cx="7988400" cy="45912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29" name="Google Shape;129;p21">
            <a:extLst xmlns:a="http://schemas.openxmlformats.org/drawingml/2006/main">
              <a:ext uri="{FF2B5EF4-FFF2-40B4-BE49-F238E27FC236}">
                <a16:creationId xmlns:a16="http://schemas.microsoft.com/office/drawing/2014/main" id="{9CB88D84-B5FD-4F19-AF95-1471288CEDC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9bf91050ff746fe">
            <a:alphaModFix/>
          </a:blip>
          <a:srcRect xmlns:a="http://schemas.openxmlformats.org/drawingml/2006/main" l="47076" t="90815" r="48" b="858"/>
          <a:stretch xmlns:a="http://schemas.openxmlformats.org/drawingml/2006/main"/>
        </p:blipFill>
        <p:spPr>
          <a:xfrm xmlns:a="http://schemas.openxmlformats.org/drawingml/2006/main" rot="5400000">
            <a:off x="-1762412" y="2268088"/>
            <a:ext cx="4580475" cy="620750"/>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130" name="Google Shape;130;p21">
            <a:extLst xmlns:a="http://schemas.openxmlformats.org/drawingml/2006/main">
              <a:ext uri="{FF2B5EF4-FFF2-40B4-BE49-F238E27FC236}">
                <a16:creationId xmlns:a16="http://schemas.microsoft.com/office/drawing/2014/main" id="{C4F7D53D-229E-4F1D-AEB1-1393933F6E7A}"/>
              </a:ext>
            </a:extLst>
          </p:cNvPr>
          <p:cNvSpPr>
            <a:spLocks xmlns:a="http://schemas.openxmlformats.org/drawingml/2006/main" noGrp="1"/>
          </p:cNvSpPr>
          <p:nvPr>
            <p:ph type="subTitle" idx="1"/>
          </p:nvPr>
        </p:nvSpPr>
        <p:spPr>
          <a:xfrm xmlns:a="http://schemas.openxmlformats.org/drawingml/2006/main">
            <a:off x="2639977" y="1617475"/>
            <a:ext cx="4767300" cy="6210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sz="14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31" name="Google Shape;131;p21">
            <a:extLst xmlns:a="http://schemas.openxmlformats.org/drawingml/2006/main">
              <a:ext uri="{FF2B5EF4-FFF2-40B4-BE49-F238E27FC236}">
                <a16:creationId xmlns:a16="http://schemas.microsoft.com/office/drawing/2014/main" id="{39966568-CAEE-4C56-B256-31E272C2C06C}"/>
              </a:ext>
            </a:extLst>
          </p:cNvPr>
          <p:cNvSpPr>
            <a:spLocks xmlns:a="http://schemas.openxmlformats.org/drawingml/2006/main" noGrp="1"/>
          </p:cNvSpPr>
          <p:nvPr>
            <p:ph type="subTitle" idx="2"/>
          </p:nvPr>
        </p:nvSpPr>
        <p:spPr>
          <a:xfrm xmlns:a="http://schemas.openxmlformats.org/drawingml/2006/main">
            <a:off x="2633202" y="2730317"/>
            <a:ext cx="4767300" cy="6210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sz="14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32" name="Google Shape;132;p21">
            <a:extLst xmlns:a="http://schemas.openxmlformats.org/drawingml/2006/main">
              <a:ext uri="{FF2B5EF4-FFF2-40B4-BE49-F238E27FC236}">
                <a16:creationId xmlns:a16="http://schemas.microsoft.com/office/drawing/2014/main" id="{3CA682B4-7BE7-4FAE-9277-ED600C059566}"/>
              </a:ext>
            </a:extLst>
          </p:cNvPr>
          <p:cNvSpPr>
            <a:spLocks xmlns:a="http://schemas.openxmlformats.org/drawingml/2006/main" noGrp="1"/>
          </p:cNvSpPr>
          <p:nvPr>
            <p:ph type="subTitle" idx="3"/>
          </p:nvPr>
        </p:nvSpPr>
        <p:spPr>
          <a:xfrm xmlns:a="http://schemas.openxmlformats.org/drawingml/2006/main">
            <a:off x="2633202" y="3843158"/>
            <a:ext cx="4767300" cy="6210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sz="14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33" name="Google Shape;133;p21">
            <a:extLst xmlns:a="http://schemas.openxmlformats.org/drawingml/2006/main">
              <a:ext uri="{FF2B5EF4-FFF2-40B4-BE49-F238E27FC236}">
                <a16:creationId xmlns:a16="http://schemas.microsoft.com/office/drawing/2014/main" id="{04CC4641-5496-44D4-9E5A-81D45C6FACF4}"/>
              </a:ext>
            </a:extLst>
          </p:cNvPr>
          <p:cNvSpPr>
            <a:spLocks xmlns:a="http://schemas.openxmlformats.org/drawingml/2006/main" noGrp="1"/>
          </p:cNvSpPr>
          <p:nvPr>
            <p:ph type="title" idx="0"/>
          </p:nvPr>
        </p:nvSpPr>
        <p:spPr>
          <a:xfrm xmlns:a="http://schemas.openxmlformats.org/drawingml/2006/main">
            <a:off x="720000" y="445025"/>
            <a:ext cx="7704000" cy="5727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xmlns:a="http://schemas.openxmlformats.org/drawingml/2006/main"/>
        </p:txBody>
      </p:sp>
      <p:sp>
        <p:nvSpPr>
          <p:cNvPr id="134" name="Google Shape;134;p21">
            <a:extLst xmlns:a="http://schemas.openxmlformats.org/drawingml/2006/main">
              <a:ext uri="{FF2B5EF4-FFF2-40B4-BE49-F238E27FC236}">
                <a16:creationId xmlns:a16="http://schemas.microsoft.com/office/drawing/2014/main" id="{CA9AF753-A606-4298-980A-D4C17DB5E706}"/>
              </a:ext>
            </a:extLst>
          </p:cNvPr>
          <p:cNvSpPr>
            <a:spLocks xmlns:a="http://schemas.openxmlformats.org/drawingml/2006/main" noGrp="1"/>
          </p:cNvSpPr>
          <p:nvPr>
            <p:ph type="subTitle" idx="4"/>
          </p:nvPr>
        </p:nvSpPr>
        <p:spPr>
          <a:xfrm xmlns:a="http://schemas.openxmlformats.org/drawingml/2006/main">
            <a:off x="2639977" y="1322035"/>
            <a:ext cx="4767300" cy="4476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Bebas Neue"/>
              <a:buNone/>
              <a:defRPr sz="2200">
                <a:latin typeface="Limelight"/>
                <a:ea typeface="Limelight"/>
                <a:cs typeface="Limelight"/>
              </a:defRPr>
            </a:lvl1pPr>
            <a:lvl2pPr algn="ctr">
              <a:lnSpc>
                <a:spcPct val="100000"/>
              </a:lnSpc>
              <a:spcBef>
                <a:spcPts val="0"/>
              </a:spcBef>
              <a:spcAft>
                <a:spcPts val="0"/>
              </a:spcAft>
              <a:buSzPts val="2400"/>
              <a:buFont typeface="Bebas Neue"/>
              <a:buNone/>
              <a:defRPr sz="2400">
                <a:latin typeface="Bebas Neue"/>
                <a:ea typeface="Bebas Neue"/>
                <a:cs typeface="Bebas Neue"/>
              </a:defRPr>
            </a:lvl2pPr>
            <a:lvl3pPr algn="ctr">
              <a:lnSpc>
                <a:spcPct val="100000"/>
              </a:lnSpc>
              <a:spcBef>
                <a:spcPts val="0"/>
              </a:spcBef>
              <a:spcAft>
                <a:spcPts val="0"/>
              </a:spcAft>
              <a:buSzPts val="2400"/>
              <a:buFont typeface="Bebas Neue"/>
              <a:buNone/>
              <a:defRPr sz="2400">
                <a:latin typeface="Bebas Neue"/>
                <a:ea typeface="Bebas Neue"/>
                <a:cs typeface="Bebas Neue"/>
              </a:defRPr>
            </a:lvl3pPr>
            <a:lvl4pPr algn="ctr">
              <a:lnSpc>
                <a:spcPct val="100000"/>
              </a:lnSpc>
              <a:spcBef>
                <a:spcPts val="0"/>
              </a:spcBef>
              <a:spcAft>
                <a:spcPts val="0"/>
              </a:spcAft>
              <a:buSzPts val="2400"/>
              <a:buFont typeface="Bebas Neue"/>
              <a:buNone/>
              <a:defRPr sz="2400">
                <a:latin typeface="Bebas Neue"/>
                <a:ea typeface="Bebas Neue"/>
                <a:cs typeface="Bebas Neue"/>
              </a:defRPr>
            </a:lvl4pPr>
            <a:lvl5pPr algn="ctr">
              <a:lnSpc>
                <a:spcPct val="100000"/>
              </a:lnSpc>
              <a:spcBef>
                <a:spcPts val="0"/>
              </a:spcBef>
              <a:spcAft>
                <a:spcPts val="0"/>
              </a:spcAft>
              <a:buSzPts val="2400"/>
              <a:buFont typeface="Bebas Neue"/>
              <a:buNone/>
              <a:defRPr sz="2400">
                <a:latin typeface="Bebas Neue"/>
                <a:ea typeface="Bebas Neue"/>
                <a:cs typeface="Bebas Neue"/>
              </a:defRPr>
            </a:lvl5pPr>
            <a:lvl6pPr algn="ctr">
              <a:lnSpc>
                <a:spcPct val="100000"/>
              </a:lnSpc>
              <a:spcBef>
                <a:spcPts val="0"/>
              </a:spcBef>
              <a:spcAft>
                <a:spcPts val="0"/>
              </a:spcAft>
              <a:buSzPts val="2400"/>
              <a:buFont typeface="Bebas Neue"/>
              <a:buNone/>
              <a:defRPr sz="2400">
                <a:latin typeface="Bebas Neue"/>
                <a:ea typeface="Bebas Neue"/>
                <a:cs typeface="Bebas Neue"/>
              </a:defRPr>
            </a:lvl6pPr>
            <a:lvl7pPr algn="ctr">
              <a:lnSpc>
                <a:spcPct val="100000"/>
              </a:lnSpc>
              <a:spcBef>
                <a:spcPts val="0"/>
              </a:spcBef>
              <a:spcAft>
                <a:spcPts val="0"/>
              </a:spcAft>
              <a:buSzPts val="2400"/>
              <a:buFont typeface="Bebas Neue"/>
              <a:buNone/>
              <a:defRPr sz="2400">
                <a:latin typeface="Bebas Neue"/>
                <a:ea typeface="Bebas Neue"/>
                <a:cs typeface="Bebas Neue"/>
              </a:defRPr>
            </a:lvl7pPr>
            <a:lvl8pPr algn="ctr">
              <a:lnSpc>
                <a:spcPct val="100000"/>
              </a:lnSpc>
              <a:spcBef>
                <a:spcPts val="0"/>
              </a:spcBef>
              <a:spcAft>
                <a:spcPts val="0"/>
              </a:spcAft>
              <a:buSzPts val="2400"/>
              <a:buFont typeface="Bebas Neue"/>
              <a:buNone/>
              <a:defRPr sz="2400">
                <a:latin typeface="Bebas Neue"/>
                <a:ea typeface="Bebas Neue"/>
                <a:cs typeface="Bebas Neue"/>
              </a:defRPr>
            </a:lvl8pPr>
            <a:lvl9pPr algn="ctr">
              <a:lnSpc>
                <a:spcPct val="100000"/>
              </a:lnSpc>
              <a:spcBef>
                <a:spcPts val="0"/>
              </a:spcBef>
              <a:spcAft>
                <a:spcPts val="0"/>
              </a:spcAft>
              <a:buSzPts val="2400"/>
              <a:buFont typeface="Bebas Neue"/>
              <a:buNone/>
              <a:defRPr sz="2400">
                <a:latin typeface="Bebas Neue"/>
                <a:ea typeface="Bebas Neue"/>
                <a:cs typeface="Bebas Neue"/>
              </a:defRPr>
            </a:lvl9pPr>
          </a:lstStyle>
          <a:p xmlns:a="http://schemas.openxmlformats.org/drawingml/2006/main"/>
        </p:txBody>
      </p:sp>
      <p:sp>
        <p:nvSpPr>
          <p:cNvPr id="135" name="Google Shape;135;p21">
            <a:extLst xmlns:a="http://schemas.openxmlformats.org/drawingml/2006/main">
              <a:ext uri="{FF2B5EF4-FFF2-40B4-BE49-F238E27FC236}">
                <a16:creationId xmlns:a16="http://schemas.microsoft.com/office/drawing/2014/main" id="{F5EBFF61-5ECB-4040-8500-0B58A750E585}"/>
              </a:ext>
            </a:extLst>
          </p:cNvPr>
          <p:cNvSpPr>
            <a:spLocks xmlns:a="http://schemas.openxmlformats.org/drawingml/2006/main" noGrp="1"/>
          </p:cNvSpPr>
          <p:nvPr>
            <p:ph type="subTitle" idx="5"/>
          </p:nvPr>
        </p:nvSpPr>
        <p:spPr>
          <a:xfrm xmlns:a="http://schemas.openxmlformats.org/drawingml/2006/main">
            <a:off x="2633202" y="3547698"/>
            <a:ext cx="4767300" cy="4476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Bebas Neue"/>
              <a:buNone/>
              <a:defRPr sz="2200">
                <a:latin typeface="Limelight"/>
                <a:ea typeface="Limelight"/>
                <a:cs typeface="Limelight"/>
              </a:defRPr>
            </a:lvl1pPr>
            <a:lvl2pPr algn="ctr">
              <a:lnSpc>
                <a:spcPct val="100000"/>
              </a:lnSpc>
              <a:spcBef>
                <a:spcPts val="0"/>
              </a:spcBef>
              <a:spcAft>
                <a:spcPts val="0"/>
              </a:spcAft>
              <a:buSzPts val="2400"/>
              <a:buFont typeface="Bebas Neue"/>
              <a:buNone/>
              <a:defRPr sz="2400">
                <a:latin typeface="Bebas Neue"/>
                <a:ea typeface="Bebas Neue"/>
                <a:cs typeface="Bebas Neue"/>
              </a:defRPr>
            </a:lvl2pPr>
            <a:lvl3pPr algn="ctr">
              <a:lnSpc>
                <a:spcPct val="100000"/>
              </a:lnSpc>
              <a:spcBef>
                <a:spcPts val="0"/>
              </a:spcBef>
              <a:spcAft>
                <a:spcPts val="0"/>
              </a:spcAft>
              <a:buSzPts val="2400"/>
              <a:buFont typeface="Bebas Neue"/>
              <a:buNone/>
              <a:defRPr sz="2400">
                <a:latin typeface="Bebas Neue"/>
                <a:ea typeface="Bebas Neue"/>
                <a:cs typeface="Bebas Neue"/>
              </a:defRPr>
            </a:lvl3pPr>
            <a:lvl4pPr algn="ctr">
              <a:lnSpc>
                <a:spcPct val="100000"/>
              </a:lnSpc>
              <a:spcBef>
                <a:spcPts val="0"/>
              </a:spcBef>
              <a:spcAft>
                <a:spcPts val="0"/>
              </a:spcAft>
              <a:buSzPts val="2400"/>
              <a:buFont typeface="Bebas Neue"/>
              <a:buNone/>
              <a:defRPr sz="2400">
                <a:latin typeface="Bebas Neue"/>
                <a:ea typeface="Bebas Neue"/>
                <a:cs typeface="Bebas Neue"/>
              </a:defRPr>
            </a:lvl4pPr>
            <a:lvl5pPr algn="ctr">
              <a:lnSpc>
                <a:spcPct val="100000"/>
              </a:lnSpc>
              <a:spcBef>
                <a:spcPts val="0"/>
              </a:spcBef>
              <a:spcAft>
                <a:spcPts val="0"/>
              </a:spcAft>
              <a:buSzPts val="2400"/>
              <a:buFont typeface="Bebas Neue"/>
              <a:buNone/>
              <a:defRPr sz="2400">
                <a:latin typeface="Bebas Neue"/>
                <a:ea typeface="Bebas Neue"/>
                <a:cs typeface="Bebas Neue"/>
              </a:defRPr>
            </a:lvl5pPr>
            <a:lvl6pPr algn="ctr">
              <a:lnSpc>
                <a:spcPct val="100000"/>
              </a:lnSpc>
              <a:spcBef>
                <a:spcPts val="0"/>
              </a:spcBef>
              <a:spcAft>
                <a:spcPts val="0"/>
              </a:spcAft>
              <a:buSzPts val="2400"/>
              <a:buFont typeface="Bebas Neue"/>
              <a:buNone/>
              <a:defRPr sz="2400">
                <a:latin typeface="Bebas Neue"/>
                <a:ea typeface="Bebas Neue"/>
                <a:cs typeface="Bebas Neue"/>
              </a:defRPr>
            </a:lvl6pPr>
            <a:lvl7pPr algn="ctr">
              <a:lnSpc>
                <a:spcPct val="100000"/>
              </a:lnSpc>
              <a:spcBef>
                <a:spcPts val="0"/>
              </a:spcBef>
              <a:spcAft>
                <a:spcPts val="0"/>
              </a:spcAft>
              <a:buSzPts val="2400"/>
              <a:buFont typeface="Bebas Neue"/>
              <a:buNone/>
              <a:defRPr sz="2400">
                <a:latin typeface="Bebas Neue"/>
                <a:ea typeface="Bebas Neue"/>
                <a:cs typeface="Bebas Neue"/>
              </a:defRPr>
            </a:lvl7pPr>
            <a:lvl8pPr algn="ctr">
              <a:lnSpc>
                <a:spcPct val="100000"/>
              </a:lnSpc>
              <a:spcBef>
                <a:spcPts val="0"/>
              </a:spcBef>
              <a:spcAft>
                <a:spcPts val="0"/>
              </a:spcAft>
              <a:buSzPts val="2400"/>
              <a:buFont typeface="Bebas Neue"/>
              <a:buNone/>
              <a:defRPr sz="2400">
                <a:latin typeface="Bebas Neue"/>
                <a:ea typeface="Bebas Neue"/>
                <a:cs typeface="Bebas Neue"/>
              </a:defRPr>
            </a:lvl8pPr>
            <a:lvl9pPr algn="ctr">
              <a:lnSpc>
                <a:spcPct val="100000"/>
              </a:lnSpc>
              <a:spcBef>
                <a:spcPts val="0"/>
              </a:spcBef>
              <a:spcAft>
                <a:spcPts val="0"/>
              </a:spcAft>
              <a:buSzPts val="2400"/>
              <a:buFont typeface="Bebas Neue"/>
              <a:buNone/>
              <a:defRPr sz="2400">
                <a:latin typeface="Bebas Neue"/>
                <a:ea typeface="Bebas Neue"/>
                <a:cs typeface="Bebas Neue"/>
              </a:defRPr>
            </a:lvl9pPr>
          </a:lstStyle>
          <a:p xmlns:a="http://schemas.openxmlformats.org/drawingml/2006/main"/>
        </p:txBody>
      </p:sp>
      <p:sp>
        <p:nvSpPr>
          <p:cNvPr id="136" name="Google Shape;136;p21">
            <a:extLst xmlns:a="http://schemas.openxmlformats.org/drawingml/2006/main">
              <a:ext uri="{FF2B5EF4-FFF2-40B4-BE49-F238E27FC236}">
                <a16:creationId xmlns:a16="http://schemas.microsoft.com/office/drawing/2014/main" id="{F5F195FB-0417-4DAC-BEFF-02DCFBB615A6}"/>
              </a:ext>
            </a:extLst>
          </p:cNvPr>
          <p:cNvSpPr>
            <a:spLocks xmlns:a="http://schemas.openxmlformats.org/drawingml/2006/main" noGrp="1"/>
          </p:cNvSpPr>
          <p:nvPr>
            <p:ph type="subTitle" idx="6"/>
          </p:nvPr>
        </p:nvSpPr>
        <p:spPr>
          <a:xfrm xmlns:a="http://schemas.openxmlformats.org/drawingml/2006/main">
            <a:off x="2633202" y="2434867"/>
            <a:ext cx="4767300" cy="4476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Bebas Neue"/>
              <a:buNone/>
              <a:defRPr sz="2200">
                <a:latin typeface="Limelight"/>
                <a:ea typeface="Limelight"/>
                <a:cs typeface="Limelight"/>
              </a:defRPr>
            </a:lvl1pPr>
            <a:lvl2pPr algn="ctr">
              <a:lnSpc>
                <a:spcPct val="100000"/>
              </a:lnSpc>
              <a:spcBef>
                <a:spcPts val="0"/>
              </a:spcBef>
              <a:spcAft>
                <a:spcPts val="0"/>
              </a:spcAft>
              <a:buSzPts val="2400"/>
              <a:buFont typeface="Bebas Neue"/>
              <a:buNone/>
              <a:defRPr sz="2400">
                <a:latin typeface="Bebas Neue"/>
                <a:ea typeface="Bebas Neue"/>
                <a:cs typeface="Bebas Neue"/>
              </a:defRPr>
            </a:lvl2pPr>
            <a:lvl3pPr algn="ctr">
              <a:lnSpc>
                <a:spcPct val="100000"/>
              </a:lnSpc>
              <a:spcBef>
                <a:spcPts val="0"/>
              </a:spcBef>
              <a:spcAft>
                <a:spcPts val="0"/>
              </a:spcAft>
              <a:buSzPts val="2400"/>
              <a:buFont typeface="Bebas Neue"/>
              <a:buNone/>
              <a:defRPr sz="2400">
                <a:latin typeface="Bebas Neue"/>
                <a:ea typeface="Bebas Neue"/>
                <a:cs typeface="Bebas Neue"/>
              </a:defRPr>
            </a:lvl3pPr>
            <a:lvl4pPr algn="ctr">
              <a:lnSpc>
                <a:spcPct val="100000"/>
              </a:lnSpc>
              <a:spcBef>
                <a:spcPts val="0"/>
              </a:spcBef>
              <a:spcAft>
                <a:spcPts val="0"/>
              </a:spcAft>
              <a:buSzPts val="2400"/>
              <a:buFont typeface="Bebas Neue"/>
              <a:buNone/>
              <a:defRPr sz="2400">
                <a:latin typeface="Bebas Neue"/>
                <a:ea typeface="Bebas Neue"/>
                <a:cs typeface="Bebas Neue"/>
              </a:defRPr>
            </a:lvl4pPr>
            <a:lvl5pPr algn="ctr">
              <a:lnSpc>
                <a:spcPct val="100000"/>
              </a:lnSpc>
              <a:spcBef>
                <a:spcPts val="0"/>
              </a:spcBef>
              <a:spcAft>
                <a:spcPts val="0"/>
              </a:spcAft>
              <a:buSzPts val="2400"/>
              <a:buFont typeface="Bebas Neue"/>
              <a:buNone/>
              <a:defRPr sz="2400">
                <a:latin typeface="Bebas Neue"/>
                <a:ea typeface="Bebas Neue"/>
                <a:cs typeface="Bebas Neue"/>
              </a:defRPr>
            </a:lvl5pPr>
            <a:lvl6pPr algn="ctr">
              <a:lnSpc>
                <a:spcPct val="100000"/>
              </a:lnSpc>
              <a:spcBef>
                <a:spcPts val="0"/>
              </a:spcBef>
              <a:spcAft>
                <a:spcPts val="0"/>
              </a:spcAft>
              <a:buSzPts val="2400"/>
              <a:buFont typeface="Bebas Neue"/>
              <a:buNone/>
              <a:defRPr sz="2400">
                <a:latin typeface="Bebas Neue"/>
                <a:ea typeface="Bebas Neue"/>
                <a:cs typeface="Bebas Neue"/>
              </a:defRPr>
            </a:lvl6pPr>
            <a:lvl7pPr algn="ctr">
              <a:lnSpc>
                <a:spcPct val="100000"/>
              </a:lnSpc>
              <a:spcBef>
                <a:spcPts val="0"/>
              </a:spcBef>
              <a:spcAft>
                <a:spcPts val="0"/>
              </a:spcAft>
              <a:buSzPts val="2400"/>
              <a:buFont typeface="Bebas Neue"/>
              <a:buNone/>
              <a:defRPr sz="2400">
                <a:latin typeface="Bebas Neue"/>
                <a:ea typeface="Bebas Neue"/>
                <a:cs typeface="Bebas Neue"/>
              </a:defRPr>
            </a:lvl7pPr>
            <a:lvl8pPr algn="ctr">
              <a:lnSpc>
                <a:spcPct val="100000"/>
              </a:lnSpc>
              <a:spcBef>
                <a:spcPts val="0"/>
              </a:spcBef>
              <a:spcAft>
                <a:spcPts val="0"/>
              </a:spcAft>
              <a:buSzPts val="2400"/>
              <a:buFont typeface="Bebas Neue"/>
              <a:buNone/>
              <a:defRPr sz="2400">
                <a:latin typeface="Bebas Neue"/>
                <a:ea typeface="Bebas Neue"/>
                <a:cs typeface="Bebas Neue"/>
              </a:defRPr>
            </a:lvl8pPr>
            <a:lvl9pPr algn="ctr">
              <a:lnSpc>
                <a:spcPct val="100000"/>
              </a:lnSpc>
              <a:spcBef>
                <a:spcPts val="0"/>
              </a:spcBef>
              <a:spcAft>
                <a:spcPts val="0"/>
              </a:spcAft>
              <a:buSzPts val="2400"/>
              <a:buFont typeface="Bebas Neue"/>
              <a:buNone/>
              <a:defRPr sz="2400">
                <a:latin typeface="Bebas Neue"/>
                <a:ea typeface="Bebas Neue"/>
                <a:cs typeface="Bebas Neue"/>
              </a:defRPr>
            </a:lvl9pPr>
          </a:lstStyle>
          <a:p xmlns:a="http://schemas.openxmlformats.org/drawingml/2006/main"/>
        </p:txBody>
      </p:sp>
    </p:spTree>
  </p:cSld>
</p:sldLayout>
</file>

<file path=ppt/slideLayouts/slideLayout21.xml><?xml version="1.0" encoding="utf-8"?>
<p:sldLayout xmlns:p="http://schemas.openxmlformats.org/presentationml/2006/main" matchingName="Title and six columns">
  <p:cSld name="BLANK_1_1_1_1_1">
    <p:spTree>
      <p:nvGrpSpPr>
        <p:cNvPr id="1" name=""/>
        <p:cNvGrpSpPr/>
        <p:nvPr/>
      </p:nvGrpSpPr>
      <p:grpSpPr>
        <a:xfrm xmlns:a="http://schemas.openxmlformats.org/drawingml/2006/main"/>
      </p:grpSpPr>
      <p:pic>
        <p:nvPicPr>
          <p:cNvPr id="138" name="Google Shape;138;p22">
            <a:extLst xmlns:a="http://schemas.openxmlformats.org/drawingml/2006/main">
              <a:ext uri="{FF2B5EF4-FFF2-40B4-BE49-F238E27FC236}">
                <a16:creationId xmlns:a16="http://schemas.microsoft.com/office/drawing/2014/main" id="{DC29E014-D638-45EF-9A8F-F70AD23404C9}"/>
              </a:ext>
            </a:extLst>
          </p:cNvPr>
          <p:cNvPicPr>
            <a:picLocks xmlns:a="http://schemas.openxmlformats.org/drawingml/2006/main" noChangeAspect="1"/>
          </p:cNvPicPr>
          <p:nvPr/>
        </p:nvPicPr>
        <p:blipFill>
          <a:blip xmlns:r="http://schemas.openxmlformats.org/officeDocument/2006/relationships" xmlns:a="http://schemas.openxmlformats.org/drawingml/2006/main" r:embed="R5a85f38c7fd14ce5">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39" name="Google Shape;139;p22">
            <a:extLst xmlns:a="http://schemas.openxmlformats.org/drawingml/2006/main">
              <a:ext uri="{FF2B5EF4-FFF2-40B4-BE49-F238E27FC236}">
                <a16:creationId xmlns:a16="http://schemas.microsoft.com/office/drawing/2014/main" id="{982430F0-C86B-4AEF-A543-AE5BCFD8411A}"/>
              </a:ext>
            </a:extLst>
          </p:cNvPr>
          <p:cNvSpPr>
            <a:spLocks xmlns:a="http://schemas.openxmlformats.org/drawingml/2006/main" noGrp="1"/>
          </p:cNvSpPr>
          <p:nvPr/>
        </p:nvSpPr>
        <p:spPr>
          <a:xfrm xmlns:a="http://schemas.openxmlformats.org/drawingml/2006/main">
            <a:off x="203850" y="276150"/>
            <a:ext cx="7980300" cy="45912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40" name="Google Shape;140;p22">
            <a:extLst xmlns:a="http://schemas.openxmlformats.org/drawingml/2006/main">
              <a:ext uri="{FF2B5EF4-FFF2-40B4-BE49-F238E27FC236}">
                <a16:creationId xmlns:a16="http://schemas.microsoft.com/office/drawing/2014/main" id="{B6EFD625-0C1B-422F-AACC-F68AB23C9F8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602409bb60f4185">
            <a:alphaModFix/>
          </a:blip>
          <a:srcRect xmlns:a="http://schemas.openxmlformats.org/drawingml/2006/main" l="47076" t="90815" r="48" b="858"/>
          <a:stretch xmlns:a="http://schemas.openxmlformats.org/drawingml/2006/main"/>
        </p:blipFill>
        <p:spPr>
          <a:xfrm xmlns:a="http://schemas.openxmlformats.org/drawingml/2006/main" rot="-5400000" flipH="1">
            <a:off x="6314788" y="2268088"/>
            <a:ext cx="4580475" cy="620750"/>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141" name="Google Shape;141;p22">
            <a:extLst xmlns:a="http://schemas.openxmlformats.org/drawingml/2006/main">
              <a:ext uri="{FF2B5EF4-FFF2-40B4-BE49-F238E27FC236}">
                <a16:creationId xmlns:a16="http://schemas.microsoft.com/office/drawing/2014/main" id="{BF40925A-24E8-4C08-A54F-2461C9776C8D}"/>
              </a:ext>
            </a:extLst>
          </p:cNvPr>
          <p:cNvSpPr>
            <a:spLocks xmlns:a="http://schemas.openxmlformats.org/drawingml/2006/main" noGrp="1"/>
          </p:cNvSpPr>
          <p:nvPr>
            <p:ph type="subTitle" idx="1"/>
          </p:nvPr>
        </p:nvSpPr>
        <p:spPr>
          <a:xfrm xmlns:a="http://schemas.openxmlformats.org/drawingml/2006/main">
            <a:off x="1641775" y="1632075"/>
            <a:ext cx="2687700" cy="4848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sz="14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42" name="Google Shape;142;p22">
            <a:extLst xmlns:a="http://schemas.openxmlformats.org/drawingml/2006/main">
              <a:ext uri="{FF2B5EF4-FFF2-40B4-BE49-F238E27FC236}">
                <a16:creationId xmlns:a16="http://schemas.microsoft.com/office/drawing/2014/main" id="{C0547964-388D-4B7B-BCCB-695CF3F41810}"/>
              </a:ext>
            </a:extLst>
          </p:cNvPr>
          <p:cNvSpPr>
            <a:spLocks xmlns:a="http://schemas.openxmlformats.org/drawingml/2006/main" noGrp="1"/>
          </p:cNvSpPr>
          <p:nvPr>
            <p:ph type="subTitle" idx="2"/>
          </p:nvPr>
        </p:nvSpPr>
        <p:spPr>
          <a:xfrm xmlns:a="http://schemas.openxmlformats.org/drawingml/2006/main">
            <a:off x="1633900" y="2752175"/>
            <a:ext cx="2687700" cy="4848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sz="14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43" name="Google Shape;143;p22">
            <a:extLst xmlns:a="http://schemas.openxmlformats.org/drawingml/2006/main">
              <a:ext uri="{FF2B5EF4-FFF2-40B4-BE49-F238E27FC236}">
                <a16:creationId xmlns:a16="http://schemas.microsoft.com/office/drawing/2014/main" id="{1247904A-C476-447F-9E83-95830FB5CA90}"/>
              </a:ext>
            </a:extLst>
          </p:cNvPr>
          <p:cNvSpPr>
            <a:spLocks xmlns:a="http://schemas.openxmlformats.org/drawingml/2006/main" noGrp="1"/>
          </p:cNvSpPr>
          <p:nvPr>
            <p:ph type="subTitle" idx="3"/>
          </p:nvPr>
        </p:nvSpPr>
        <p:spPr>
          <a:xfrm xmlns:a="http://schemas.openxmlformats.org/drawingml/2006/main">
            <a:off x="1641775" y="3872275"/>
            <a:ext cx="2687700" cy="4848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sz="14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44" name="Google Shape;144;p22">
            <a:extLst xmlns:a="http://schemas.openxmlformats.org/drawingml/2006/main">
              <a:ext uri="{FF2B5EF4-FFF2-40B4-BE49-F238E27FC236}">
                <a16:creationId xmlns:a16="http://schemas.microsoft.com/office/drawing/2014/main" id="{480DADFA-1A84-47D4-8DC4-D1397905061F}"/>
              </a:ext>
            </a:extLst>
          </p:cNvPr>
          <p:cNvSpPr>
            <a:spLocks xmlns:a="http://schemas.openxmlformats.org/drawingml/2006/main" noGrp="1"/>
          </p:cNvSpPr>
          <p:nvPr>
            <p:ph type="subTitle" idx="4"/>
          </p:nvPr>
        </p:nvSpPr>
        <p:spPr>
          <a:xfrm xmlns:a="http://schemas.openxmlformats.org/drawingml/2006/main">
            <a:off x="5352025" y="2752175"/>
            <a:ext cx="2687700" cy="4848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sz="14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45" name="Google Shape;145;p22">
            <a:extLst xmlns:a="http://schemas.openxmlformats.org/drawingml/2006/main">
              <a:ext uri="{FF2B5EF4-FFF2-40B4-BE49-F238E27FC236}">
                <a16:creationId xmlns:a16="http://schemas.microsoft.com/office/drawing/2014/main" id="{55318D60-58FD-4C8D-BF88-06286E1E1D4A}"/>
              </a:ext>
            </a:extLst>
          </p:cNvPr>
          <p:cNvSpPr>
            <a:spLocks xmlns:a="http://schemas.openxmlformats.org/drawingml/2006/main" noGrp="1"/>
          </p:cNvSpPr>
          <p:nvPr>
            <p:ph type="subTitle" idx="5"/>
          </p:nvPr>
        </p:nvSpPr>
        <p:spPr>
          <a:xfrm xmlns:a="http://schemas.openxmlformats.org/drawingml/2006/main">
            <a:off x="5352026" y="1632075"/>
            <a:ext cx="2687700" cy="4848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sz="14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46" name="Google Shape;146;p22">
            <a:extLst xmlns:a="http://schemas.openxmlformats.org/drawingml/2006/main">
              <a:ext uri="{FF2B5EF4-FFF2-40B4-BE49-F238E27FC236}">
                <a16:creationId xmlns:a16="http://schemas.microsoft.com/office/drawing/2014/main" id="{720AA634-2289-4417-99D3-2FDDD835B283}"/>
              </a:ext>
            </a:extLst>
          </p:cNvPr>
          <p:cNvSpPr>
            <a:spLocks xmlns:a="http://schemas.openxmlformats.org/drawingml/2006/main" noGrp="1"/>
          </p:cNvSpPr>
          <p:nvPr>
            <p:ph type="subTitle" idx="6"/>
          </p:nvPr>
        </p:nvSpPr>
        <p:spPr>
          <a:xfrm xmlns:a="http://schemas.openxmlformats.org/drawingml/2006/main">
            <a:off x="5352026" y="3872275"/>
            <a:ext cx="2687700" cy="4848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sz="14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47" name="Google Shape;147;p22">
            <a:extLst xmlns:a="http://schemas.openxmlformats.org/drawingml/2006/main">
              <a:ext uri="{FF2B5EF4-FFF2-40B4-BE49-F238E27FC236}">
                <a16:creationId xmlns:a16="http://schemas.microsoft.com/office/drawing/2014/main" id="{6C113CD1-B8C5-464B-AE1D-DC34C8FC3F64}"/>
              </a:ext>
            </a:extLst>
          </p:cNvPr>
          <p:cNvSpPr>
            <a:spLocks xmlns:a="http://schemas.openxmlformats.org/drawingml/2006/main" noGrp="1"/>
          </p:cNvSpPr>
          <p:nvPr>
            <p:ph type="title" idx="0"/>
          </p:nvPr>
        </p:nvSpPr>
        <p:spPr>
          <a:xfrm xmlns:a="http://schemas.openxmlformats.org/drawingml/2006/main">
            <a:off x="720000" y="445025"/>
            <a:ext cx="7704000" cy="5727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xmlns:a="http://schemas.openxmlformats.org/drawingml/2006/main"/>
        </p:txBody>
      </p:sp>
      <p:sp>
        <p:nvSpPr>
          <p:cNvPr id="148" name="Google Shape;148;p22">
            <a:extLst xmlns:a="http://schemas.openxmlformats.org/drawingml/2006/main">
              <a:ext uri="{FF2B5EF4-FFF2-40B4-BE49-F238E27FC236}">
                <a16:creationId xmlns:a16="http://schemas.microsoft.com/office/drawing/2014/main" id="{297DDABE-346B-4650-8CBB-22A9848DE9F0}"/>
              </a:ext>
            </a:extLst>
          </p:cNvPr>
          <p:cNvSpPr>
            <a:spLocks xmlns:a="http://schemas.openxmlformats.org/drawingml/2006/main" noGrp="1"/>
          </p:cNvSpPr>
          <p:nvPr>
            <p:ph type="subTitle" idx="7"/>
          </p:nvPr>
        </p:nvSpPr>
        <p:spPr>
          <a:xfrm xmlns:a="http://schemas.openxmlformats.org/drawingml/2006/main">
            <a:off x="1641775" y="1392625"/>
            <a:ext cx="2687700" cy="3918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Bebas Neue"/>
              <a:buNone/>
              <a:defRPr sz="2200">
                <a:latin typeface="Limelight"/>
                <a:ea typeface="Limelight"/>
                <a:cs typeface="Limelight"/>
              </a:defRPr>
            </a:lvl1pPr>
            <a:lvl2pPr algn="ctr">
              <a:lnSpc>
                <a:spcPct val="100000"/>
              </a:lnSpc>
              <a:spcBef>
                <a:spcPts val="0"/>
              </a:spcBef>
              <a:spcAft>
                <a:spcPts val="0"/>
              </a:spcAft>
              <a:buSzPts val="2400"/>
              <a:buFont typeface="Bebas Neue"/>
              <a:buNone/>
              <a:defRPr sz="2400">
                <a:latin typeface="Bebas Neue"/>
                <a:ea typeface="Bebas Neue"/>
                <a:cs typeface="Bebas Neue"/>
              </a:defRPr>
            </a:lvl2pPr>
            <a:lvl3pPr algn="ctr">
              <a:lnSpc>
                <a:spcPct val="100000"/>
              </a:lnSpc>
              <a:spcBef>
                <a:spcPts val="0"/>
              </a:spcBef>
              <a:spcAft>
                <a:spcPts val="0"/>
              </a:spcAft>
              <a:buSzPts val="2400"/>
              <a:buFont typeface="Bebas Neue"/>
              <a:buNone/>
              <a:defRPr sz="2400">
                <a:latin typeface="Bebas Neue"/>
                <a:ea typeface="Bebas Neue"/>
                <a:cs typeface="Bebas Neue"/>
              </a:defRPr>
            </a:lvl3pPr>
            <a:lvl4pPr algn="ctr">
              <a:lnSpc>
                <a:spcPct val="100000"/>
              </a:lnSpc>
              <a:spcBef>
                <a:spcPts val="0"/>
              </a:spcBef>
              <a:spcAft>
                <a:spcPts val="0"/>
              </a:spcAft>
              <a:buSzPts val="2400"/>
              <a:buFont typeface="Bebas Neue"/>
              <a:buNone/>
              <a:defRPr sz="2400">
                <a:latin typeface="Bebas Neue"/>
                <a:ea typeface="Bebas Neue"/>
                <a:cs typeface="Bebas Neue"/>
              </a:defRPr>
            </a:lvl4pPr>
            <a:lvl5pPr algn="ctr">
              <a:lnSpc>
                <a:spcPct val="100000"/>
              </a:lnSpc>
              <a:spcBef>
                <a:spcPts val="0"/>
              </a:spcBef>
              <a:spcAft>
                <a:spcPts val="0"/>
              </a:spcAft>
              <a:buSzPts val="2400"/>
              <a:buFont typeface="Bebas Neue"/>
              <a:buNone/>
              <a:defRPr sz="2400">
                <a:latin typeface="Bebas Neue"/>
                <a:ea typeface="Bebas Neue"/>
                <a:cs typeface="Bebas Neue"/>
              </a:defRPr>
            </a:lvl5pPr>
            <a:lvl6pPr algn="ctr">
              <a:lnSpc>
                <a:spcPct val="100000"/>
              </a:lnSpc>
              <a:spcBef>
                <a:spcPts val="0"/>
              </a:spcBef>
              <a:spcAft>
                <a:spcPts val="0"/>
              </a:spcAft>
              <a:buSzPts val="2400"/>
              <a:buFont typeface="Bebas Neue"/>
              <a:buNone/>
              <a:defRPr sz="2400">
                <a:latin typeface="Bebas Neue"/>
                <a:ea typeface="Bebas Neue"/>
                <a:cs typeface="Bebas Neue"/>
              </a:defRPr>
            </a:lvl6pPr>
            <a:lvl7pPr algn="ctr">
              <a:lnSpc>
                <a:spcPct val="100000"/>
              </a:lnSpc>
              <a:spcBef>
                <a:spcPts val="0"/>
              </a:spcBef>
              <a:spcAft>
                <a:spcPts val="0"/>
              </a:spcAft>
              <a:buSzPts val="2400"/>
              <a:buFont typeface="Bebas Neue"/>
              <a:buNone/>
              <a:defRPr sz="2400">
                <a:latin typeface="Bebas Neue"/>
                <a:ea typeface="Bebas Neue"/>
                <a:cs typeface="Bebas Neue"/>
              </a:defRPr>
            </a:lvl7pPr>
            <a:lvl8pPr algn="ctr">
              <a:lnSpc>
                <a:spcPct val="100000"/>
              </a:lnSpc>
              <a:spcBef>
                <a:spcPts val="0"/>
              </a:spcBef>
              <a:spcAft>
                <a:spcPts val="0"/>
              </a:spcAft>
              <a:buSzPts val="2400"/>
              <a:buFont typeface="Bebas Neue"/>
              <a:buNone/>
              <a:defRPr sz="2400">
                <a:latin typeface="Bebas Neue"/>
                <a:ea typeface="Bebas Neue"/>
                <a:cs typeface="Bebas Neue"/>
              </a:defRPr>
            </a:lvl8pPr>
            <a:lvl9pPr algn="ctr">
              <a:lnSpc>
                <a:spcPct val="100000"/>
              </a:lnSpc>
              <a:spcBef>
                <a:spcPts val="0"/>
              </a:spcBef>
              <a:spcAft>
                <a:spcPts val="0"/>
              </a:spcAft>
              <a:buSzPts val="2400"/>
              <a:buFont typeface="Bebas Neue"/>
              <a:buNone/>
              <a:defRPr sz="2400">
                <a:latin typeface="Bebas Neue"/>
                <a:ea typeface="Bebas Neue"/>
                <a:cs typeface="Bebas Neue"/>
              </a:defRPr>
            </a:lvl9pPr>
          </a:lstStyle>
          <a:p xmlns:a="http://schemas.openxmlformats.org/drawingml/2006/main"/>
        </p:txBody>
      </p:sp>
      <p:sp>
        <p:nvSpPr>
          <p:cNvPr id="149" name="Google Shape;149;p22">
            <a:extLst xmlns:a="http://schemas.openxmlformats.org/drawingml/2006/main">
              <a:ext uri="{FF2B5EF4-FFF2-40B4-BE49-F238E27FC236}">
                <a16:creationId xmlns:a16="http://schemas.microsoft.com/office/drawing/2014/main" id="{FB7CBA66-A5F1-4343-A774-D71863FF92B9}"/>
              </a:ext>
            </a:extLst>
          </p:cNvPr>
          <p:cNvSpPr>
            <a:spLocks xmlns:a="http://schemas.openxmlformats.org/drawingml/2006/main" noGrp="1"/>
          </p:cNvSpPr>
          <p:nvPr>
            <p:ph type="subTitle" idx="8"/>
          </p:nvPr>
        </p:nvSpPr>
        <p:spPr>
          <a:xfrm xmlns:a="http://schemas.openxmlformats.org/drawingml/2006/main">
            <a:off x="1633900" y="2512750"/>
            <a:ext cx="2687700" cy="3918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Bebas Neue"/>
              <a:buNone/>
              <a:defRPr sz="2200">
                <a:latin typeface="Limelight"/>
                <a:ea typeface="Limelight"/>
                <a:cs typeface="Limelight"/>
              </a:defRPr>
            </a:lvl1pPr>
            <a:lvl2pPr algn="ctr">
              <a:lnSpc>
                <a:spcPct val="100000"/>
              </a:lnSpc>
              <a:spcBef>
                <a:spcPts val="0"/>
              </a:spcBef>
              <a:spcAft>
                <a:spcPts val="0"/>
              </a:spcAft>
              <a:buSzPts val="2400"/>
              <a:buFont typeface="Bebas Neue"/>
              <a:buNone/>
              <a:defRPr sz="2400">
                <a:latin typeface="Bebas Neue"/>
                <a:ea typeface="Bebas Neue"/>
                <a:cs typeface="Bebas Neue"/>
              </a:defRPr>
            </a:lvl2pPr>
            <a:lvl3pPr algn="ctr">
              <a:lnSpc>
                <a:spcPct val="100000"/>
              </a:lnSpc>
              <a:spcBef>
                <a:spcPts val="0"/>
              </a:spcBef>
              <a:spcAft>
                <a:spcPts val="0"/>
              </a:spcAft>
              <a:buSzPts val="2400"/>
              <a:buFont typeface="Bebas Neue"/>
              <a:buNone/>
              <a:defRPr sz="2400">
                <a:latin typeface="Bebas Neue"/>
                <a:ea typeface="Bebas Neue"/>
                <a:cs typeface="Bebas Neue"/>
              </a:defRPr>
            </a:lvl3pPr>
            <a:lvl4pPr algn="ctr">
              <a:lnSpc>
                <a:spcPct val="100000"/>
              </a:lnSpc>
              <a:spcBef>
                <a:spcPts val="0"/>
              </a:spcBef>
              <a:spcAft>
                <a:spcPts val="0"/>
              </a:spcAft>
              <a:buSzPts val="2400"/>
              <a:buFont typeface="Bebas Neue"/>
              <a:buNone/>
              <a:defRPr sz="2400">
                <a:latin typeface="Bebas Neue"/>
                <a:ea typeface="Bebas Neue"/>
                <a:cs typeface="Bebas Neue"/>
              </a:defRPr>
            </a:lvl4pPr>
            <a:lvl5pPr algn="ctr">
              <a:lnSpc>
                <a:spcPct val="100000"/>
              </a:lnSpc>
              <a:spcBef>
                <a:spcPts val="0"/>
              </a:spcBef>
              <a:spcAft>
                <a:spcPts val="0"/>
              </a:spcAft>
              <a:buSzPts val="2400"/>
              <a:buFont typeface="Bebas Neue"/>
              <a:buNone/>
              <a:defRPr sz="2400">
                <a:latin typeface="Bebas Neue"/>
                <a:ea typeface="Bebas Neue"/>
                <a:cs typeface="Bebas Neue"/>
              </a:defRPr>
            </a:lvl5pPr>
            <a:lvl6pPr algn="ctr">
              <a:lnSpc>
                <a:spcPct val="100000"/>
              </a:lnSpc>
              <a:spcBef>
                <a:spcPts val="0"/>
              </a:spcBef>
              <a:spcAft>
                <a:spcPts val="0"/>
              </a:spcAft>
              <a:buSzPts val="2400"/>
              <a:buFont typeface="Bebas Neue"/>
              <a:buNone/>
              <a:defRPr sz="2400">
                <a:latin typeface="Bebas Neue"/>
                <a:ea typeface="Bebas Neue"/>
                <a:cs typeface="Bebas Neue"/>
              </a:defRPr>
            </a:lvl6pPr>
            <a:lvl7pPr algn="ctr">
              <a:lnSpc>
                <a:spcPct val="100000"/>
              </a:lnSpc>
              <a:spcBef>
                <a:spcPts val="0"/>
              </a:spcBef>
              <a:spcAft>
                <a:spcPts val="0"/>
              </a:spcAft>
              <a:buSzPts val="2400"/>
              <a:buFont typeface="Bebas Neue"/>
              <a:buNone/>
              <a:defRPr sz="2400">
                <a:latin typeface="Bebas Neue"/>
                <a:ea typeface="Bebas Neue"/>
                <a:cs typeface="Bebas Neue"/>
              </a:defRPr>
            </a:lvl7pPr>
            <a:lvl8pPr algn="ctr">
              <a:lnSpc>
                <a:spcPct val="100000"/>
              </a:lnSpc>
              <a:spcBef>
                <a:spcPts val="0"/>
              </a:spcBef>
              <a:spcAft>
                <a:spcPts val="0"/>
              </a:spcAft>
              <a:buSzPts val="2400"/>
              <a:buFont typeface="Bebas Neue"/>
              <a:buNone/>
              <a:defRPr sz="2400">
                <a:latin typeface="Bebas Neue"/>
                <a:ea typeface="Bebas Neue"/>
                <a:cs typeface="Bebas Neue"/>
              </a:defRPr>
            </a:lvl8pPr>
            <a:lvl9pPr algn="ctr">
              <a:lnSpc>
                <a:spcPct val="100000"/>
              </a:lnSpc>
              <a:spcBef>
                <a:spcPts val="0"/>
              </a:spcBef>
              <a:spcAft>
                <a:spcPts val="0"/>
              </a:spcAft>
              <a:buSzPts val="2400"/>
              <a:buFont typeface="Bebas Neue"/>
              <a:buNone/>
              <a:defRPr sz="2400">
                <a:latin typeface="Bebas Neue"/>
                <a:ea typeface="Bebas Neue"/>
                <a:cs typeface="Bebas Neue"/>
              </a:defRPr>
            </a:lvl9pPr>
          </a:lstStyle>
          <a:p xmlns:a="http://schemas.openxmlformats.org/drawingml/2006/main"/>
        </p:txBody>
      </p:sp>
      <p:sp>
        <p:nvSpPr>
          <p:cNvPr id="150" name="Google Shape;150;p22">
            <a:extLst xmlns:a="http://schemas.openxmlformats.org/drawingml/2006/main">
              <a:ext uri="{FF2B5EF4-FFF2-40B4-BE49-F238E27FC236}">
                <a16:creationId xmlns:a16="http://schemas.microsoft.com/office/drawing/2014/main" id="{207ACDCE-482D-4713-B002-2F557D196C27}"/>
              </a:ext>
            </a:extLst>
          </p:cNvPr>
          <p:cNvSpPr>
            <a:spLocks xmlns:a="http://schemas.openxmlformats.org/drawingml/2006/main" noGrp="1"/>
          </p:cNvSpPr>
          <p:nvPr>
            <p:ph type="subTitle" idx="9"/>
          </p:nvPr>
        </p:nvSpPr>
        <p:spPr>
          <a:xfrm xmlns:a="http://schemas.openxmlformats.org/drawingml/2006/main">
            <a:off x="5352026" y="1392625"/>
            <a:ext cx="2687700" cy="3918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Bebas Neue"/>
              <a:buNone/>
              <a:defRPr sz="2200">
                <a:latin typeface="Limelight"/>
                <a:ea typeface="Limelight"/>
                <a:cs typeface="Limelight"/>
              </a:defRPr>
            </a:lvl1pPr>
            <a:lvl2pPr algn="ctr">
              <a:lnSpc>
                <a:spcPct val="100000"/>
              </a:lnSpc>
              <a:spcBef>
                <a:spcPts val="0"/>
              </a:spcBef>
              <a:spcAft>
                <a:spcPts val="0"/>
              </a:spcAft>
              <a:buSzPts val="2400"/>
              <a:buFont typeface="Bebas Neue"/>
              <a:buNone/>
              <a:defRPr sz="2400">
                <a:latin typeface="Bebas Neue"/>
                <a:ea typeface="Bebas Neue"/>
                <a:cs typeface="Bebas Neue"/>
              </a:defRPr>
            </a:lvl2pPr>
            <a:lvl3pPr algn="ctr">
              <a:lnSpc>
                <a:spcPct val="100000"/>
              </a:lnSpc>
              <a:spcBef>
                <a:spcPts val="0"/>
              </a:spcBef>
              <a:spcAft>
                <a:spcPts val="0"/>
              </a:spcAft>
              <a:buSzPts val="2400"/>
              <a:buFont typeface="Bebas Neue"/>
              <a:buNone/>
              <a:defRPr sz="2400">
                <a:latin typeface="Bebas Neue"/>
                <a:ea typeface="Bebas Neue"/>
                <a:cs typeface="Bebas Neue"/>
              </a:defRPr>
            </a:lvl3pPr>
            <a:lvl4pPr algn="ctr">
              <a:lnSpc>
                <a:spcPct val="100000"/>
              </a:lnSpc>
              <a:spcBef>
                <a:spcPts val="0"/>
              </a:spcBef>
              <a:spcAft>
                <a:spcPts val="0"/>
              </a:spcAft>
              <a:buSzPts val="2400"/>
              <a:buFont typeface="Bebas Neue"/>
              <a:buNone/>
              <a:defRPr sz="2400">
                <a:latin typeface="Bebas Neue"/>
                <a:ea typeface="Bebas Neue"/>
                <a:cs typeface="Bebas Neue"/>
              </a:defRPr>
            </a:lvl4pPr>
            <a:lvl5pPr algn="ctr">
              <a:lnSpc>
                <a:spcPct val="100000"/>
              </a:lnSpc>
              <a:spcBef>
                <a:spcPts val="0"/>
              </a:spcBef>
              <a:spcAft>
                <a:spcPts val="0"/>
              </a:spcAft>
              <a:buSzPts val="2400"/>
              <a:buFont typeface="Bebas Neue"/>
              <a:buNone/>
              <a:defRPr sz="2400">
                <a:latin typeface="Bebas Neue"/>
                <a:ea typeface="Bebas Neue"/>
                <a:cs typeface="Bebas Neue"/>
              </a:defRPr>
            </a:lvl5pPr>
            <a:lvl6pPr algn="ctr">
              <a:lnSpc>
                <a:spcPct val="100000"/>
              </a:lnSpc>
              <a:spcBef>
                <a:spcPts val="0"/>
              </a:spcBef>
              <a:spcAft>
                <a:spcPts val="0"/>
              </a:spcAft>
              <a:buSzPts val="2400"/>
              <a:buFont typeface="Bebas Neue"/>
              <a:buNone/>
              <a:defRPr sz="2400">
                <a:latin typeface="Bebas Neue"/>
                <a:ea typeface="Bebas Neue"/>
                <a:cs typeface="Bebas Neue"/>
              </a:defRPr>
            </a:lvl6pPr>
            <a:lvl7pPr algn="ctr">
              <a:lnSpc>
                <a:spcPct val="100000"/>
              </a:lnSpc>
              <a:spcBef>
                <a:spcPts val="0"/>
              </a:spcBef>
              <a:spcAft>
                <a:spcPts val="0"/>
              </a:spcAft>
              <a:buSzPts val="2400"/>
              <a:buFont typeface="Bebas Neue"/>
              <a:buNone/>
              <a:defRPr sz="2400">
                <a:latin typeface="Bebas Neue"/>
                <a:ea typeface="Bebas Neue"/>
                <a:cs typeface="Bebas Neue"/>
              </a:defRPr>
            </a:lvl7pPr>
            <a:lvl8pPr algn="ctr">
              <a:lnSpc>
                <a:spcPct val="100000"/>
              </a:lnSpc>
              <a:spcBef>
                <a:spcPts val="0"/>
              </a:spcBef>
              <a:spcAft>
                <a:spcPts val="0"/>
              </a:spcAft>
              <a:buSzPts val="2400"/>
              <a:buFont typeface="Bebas Neue"/>
              <a:buNone/>
              <a:defRPr sz="2400">
                <a:latin typeface="Bebas Neue"/>
                <a:ea typeface="Bebas Neue"/>
                <a:cs typeface="Bebas Neue"/>
              </a:defRPr>
            </a:lvl8pPr>
            <a:lvl9pPr algn="ctr">
              <a:lnSpc>
                <a:spcPct val="100000"/>
              </a:lnSpc>
              <a:spcBef>
                <a:spcPts val="0"/>
              </a:spcBef>
              <a:spcAft>
                <a:spcPts val="0"/>
              </a:spcAft>
              <a:buSzPts val="2400"/>
              <a:buFont typeface="Bebas Neue"/>
              <a:buNone/>
              <a:defRPr sz="2400">
                <a:latin typeface="Bebas Neue"/>
                <a:ea typeface="Bebas Neue"/>
                <a:cs typeface="Bebas Neue"/>
              </a:defRPr>
            </a:lvl9pPr>
          </a:lstStyle>
          <a:p xmlns:a="http://schemas.openxmlformats.org/drawingml/2006/main"/>
        </p:txBody>
      </p:sp>
      <p:sp>
        <p:nvSpPr>
          <p:cNvPr id="151" name="Google Shape;151;p22">
            <a:extLst xmlns:a="http://schemas.openxmlformats.org/drawingml/2006/main">
              <a:ext uri="{FF2B5EF4-FFF2-40B4-BE49-F238E27FC236}">
                <a16:creationId xmlns:a16="http://schemas.microsoft.com/office/drawing/2014/main" id="{4ADB7CA0-0CEB-4220-9D06-21405BDD3589}"/>
              </a:ext>
            </a:extLst>
          </p:cNvPr>
          <p:cNvSpPr>
            <a:spLocks xmlns:a="http://schemas.openxmlformats.org/drawingml/2006/main" noGrp="1"/>
          </p:cNvSpPr>
          <p:nvPr>
            <p:ph type="subTitle" idx="13"/>
          </p:nvPr>
        </p:nvSpPr>
        <p:spPr>
          <a:xfrm xmlns:a="http://schemas.openxmlformats.org/drawingml/2006/main">
            <a:off x="1641775" y="3632875"/>
            <a:ext cx="2687700" cy="3918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Bebas Neue"/>
              <a:buNone/>
              <a:defRPr sz="2200">
                <a:latin typeface="Limelight"/>
                <a:ea typeface="Limelight"/>
                <a:cs typeface="Limelight"/>
              </a:defRPr>
            </a:lvl1pPr>
            <a:lvl2pPr algn="ctr">
              <a:lnSpc>
                <a:spcPct val="100000"/>
              </a:lnSpc>
              <a:spcBef>
                <a:spcPts val="0"/>
              </a:spcBef>
              <a:spcAft>
                <a:spcPts val="0"/>
              </a:spcAft>
              <a:buSzPts val="2400"/>
              <a:buFont typeface="Bebas Neue"/>
              <a:buNone/>
              <a:defRPr sz="2400">
                <a:latin typeface="Bebas Neue"/>
                <a:ea typeface="Bebas Neue"/>
                <a:cs typeface="Bebas Neue"/>
              </a:defRPr>
            </a:lvl2pPr>
            <a:lvl3pPr algn="ctr">
              <a:lnSpc>
                <a:spcPct val="100000"/>
              </a:lnSpc>
              <a:spcBef>
                <a:spcPts val="0"/>
              </a:spcBef>
              <a:spcAft>
                <a:spcPts val="0"/>
              </a:spcAft>
              <a:buSzPts val="2400"/>
              <a:buFont typeface="Bebas Neue"/>
              <a:buNone/>
              <a:defRPr sz="2400">
                <a:latin typeface="Bebas Neue"/>
                <a:ea typeface="Bebas Neue"/>
                <a:cs typeface="Bebas Neue"/>
              </a:defRPr>
            </a:lvl3pPr>
            <a:lvl4pPr algn="ctr">
              <a:lnSpc>
                <a:spcPct val="100000"/>
              </a:lnSpc>
              <a:spcBef>
                <a:spcPts val="0"/>
              </a:spcBef>
              <a:spcAft>
                <a:spcPts val="0"/>
              </a:spcAft>
              <a:buSzPts val="2400"/>
              <a:buFont typeface="Bebas Neue"/>
              <a:buNone/>
              <a:defRPr sz="2400">
                <a:latin typeface="Bebas Neue"/>
                <a:ea typeface="Bebas Neue"/>
                <a:cs typeface="Bebas Neue"/>
              </a:defRPr>
            </a:lvl4pPr>
            <a:lvl5pPr algn="ctr">
              <a:lnSpc>
                <a:spcPct val="100000"/>
              </a:lnSpc>
              <a:spcBef>
                <a:spcPts val="0"/>
              </a:spcBef>
              <a:spcAft>
                <a:spcPts val="0"/>
              </a:spcAft>
              <a:buSzPts val="2400"/>
              <a:buFont typeface="Bebas Neue"/>
              <a:buNone/>
              <a:defRPr sz="2400">
                <a:latin typeface="Bebas Neue"/>
                <a:ea typeface="Bebas Neue"/>
                <a:cs typeface="Bebas Neue"/>
              </a:defRPr>
            </a:lvl5pPr>
            <a:lvl6pPr algn="ctr">
              <a:lnSpc>
                <a:spcPct val="100000"/>
              </a:lnSpc>
              <a:spcBef>
                <a:spcPts val="0"/>
              </a:spcBef>
              <a:spcAft>
                <a:spcPts val="0"/>
              </a:spcAft>
              <a:buSzPts val="2400"/>
              <a:buFont typeface="Bebas Neue"/>
              <a:buNone/>
              <a:defRPr sz="2400">
                <a:latin typeface="Bebas Neue"/>
                <a:ea typeface="Bebas Neue"/>
                <a:cs typeface="Bebas Neue"/>
              </a:defRPr>
            </a:lvl6pPr>
            <a:lvl7pPr algn="ctr">
              <a:lnSpc>
                <a:spcPct val="100000"/>
              </a:lnSpc>
              <a:spcBef>
                <a:spcPts val="0"/>
              </a:spcBef>
              <a:spcAft>
                <a:spcPts val="0"/>
              </a:spcAft>
              <a:buSzPts val="2400"/>
              <a:buFont typeface="Bebas Neue"/>
              <a:buNone/>
              <a:defRPr sz="2400">
                <a:latin typeface="Bebas Neue"/>
                <a:ea typeface="Bebas Neue"/>
                <a:cs typeface="Bebas Neue"/>
              </a:defRPr>
            </a:lvl7pPr>
            <a:lvl8pPr algn="ctr">
              <a:lnSpc>
                <a:spcPct val="100000"/>
              </a:lnSpc>
              <a:spcBef>
                <a:spcPts val="0"/>
              </a:spcBef>
              <a:spcAft>
                <a:spcPts val="0"/>
              </a:spcAft>
              <a:buSzPts val="2400"/>
              <a:buFont typeface="Bebas Neue"/>
              <a:buNone/>
              <a:defRPr sz="2400">
                <a:latin typeface="Bebas Neue"/>
                <a:ea typeface="Bebas Neue"/>
                <a:cs typeface="Bebas Neue"/>
              </a:defRPr>
            </a:lvl8pPr>
            <a:lvl9pPr algn="ctr">
              <a:lnSpc>
                <a:spcPct val="100000"/>
              </a:lnSpc>
              <a:spcBef>
                <a:spcPts val="0"/>
              </a:spcBef>
              <a:spcAft>
                <a:spcPts val="0"/>
              </a:spcAft>
              <a:buSzPts val="2400"/>
              <a:buFont typeface="Bebas Neue"/>
              <a:buNone/>
              <a:defRPr sz="2400">
                <a:latin typeface="Bebas Neue"/>
                <a:ea typeface="Bebas Neue"/>
                <a:cs typeface="Bebas Neue"/>
              </a:defRPr>
            </a:lvl9pPr>
          </a:lstStyle>
          <a:p xmlns:a="http://schemas.openxmlformats.org/drawingml/2006/main"/>
        </p:txBody>
      </p:sp>
      <p:sp>
        <p:nvSpPr>
          <p:cNvPr id="152" name="Google Shape;152;p22">
            <a:extLst xmlns:a="http://schemas.openxmlformats.org/drawingml/2006/main">
              <a:ext uri="{FF2B5EF4-FFF2-40B4-BE49-F238E27FC236}">
                <a16:creationId xmlns:a16="http://schemas.microsoft.com/office/drawing/2014/main" id="{E23F9664-4757-478F-A2BB-DFA6D62D8E70}"/>
              </a:ext>
            </a:extLst>
          </p:cNvPr>
          <p:cNvSpPr>
            <a:spLocks xmlns:a="http://schemas.openxmlformats.org/drawingml/2006/main" noGrp="1"/>
          </p:cNvSpPr>
          <p:nvPr>
            <p:ph type="subTitle" idx="14"/>
          </p:nvPr>
        </p:nvSpPr>
        <p:spPr>
          <a:xfrm xmlns:a="http://schemas.openxmlformats.org/drawingml/2006/main">
            <a:off x="5352032" y="2512750"/>
            <a:ext cx="2687700" cy="3918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Bebas Neue"/>
              <a:buNone/>
              <a:defRPr sz="2200">
                <a:latin typeface="Limelight"/>
                <a:ea typeface="Limelight"/>
                <a:cs typeface="Limelight"/>
              </a:defRPr>
            </a:lvl1pPr>
            <a:lvl2pPr algn="ctr">
              <a:lnSpc>
                <a:spcPct val="100000"/>
              </a:lnSpc>
              <a:spcBef>
                <a:spcPts val="0"/>
              </a:spcBef>
              <a:spcAft>
                <a:spcPts val="0"/>
              </a:spcAft>
              <a:buSzPts val="2400"/>
              <a:buFont typeface="Bebas Neue"/>
              <a:buNone/>
              <a:defRPr sz="2400">
                <a:latin typeface="Bebas Neue"/>
                <a:ea typeface="Bebas Neue"/>
                <a:cs typeface="Bebas Neue"/>
              </a:defRPr>
            </a:lvl2pPr>
            <a:lvl3pPr algn="ctr">
              <a:lnSpc>
                <a:spcPct val="100000"/>
              </a:lnSpc>
              <a:spcBef>
                <a:spcPts val="0"/>
              </a:spcBef>
              <a:spcAft>
                <a:spcPts val="0"/>
              </a:spcAft>
              <a:buSzPts val="2400"/>
              <a:buFont typeface="Bebas Neue"/>
              <a:buNone/>
              <a:defRPr sz="2400">
                <a:latin typeface="Bebas Neue"/>
                <a:ea typeface="Bebas Neue"/>
                <a:cs typeface="Bebas Neue"/>
              </a:defRPr>
            </a:lvl3pPr>
            <a:lvl4pPr algn="ctr">
              <a:lnSpc>
                <a:spcPct val="100000"/>
              </a:lnSpc>
              <a:spcBef>
                <a:spcPts val="0"/>
              </a:spcBef>
              <a:spcAft>
                <a:spcPts val="0"/>
              </a:spcAft>
              <a:buSzPts val="2400"/>
              <a:buFont typeface="Bebas Neue"/>
              <a:buNone/>
              <a:defRPr sz="2400">
                <a:latin typeface="Bebas Neue"/>
                <a:ea typeface="Bebas Neue"/>
                <a:cs typeface="Bebas Neue"/>
              </a:defRPr>
            </a:lvl4pPr>
            <a:lvl5pPr algn="ctr">
              <a:lnSpc>
                <a:spcPct val="100000"/>
              </a:lnSpc>
              <a:spcBef>
                <a:spcPts val="0"/>
              </a:spcBef>
              <a:spcAft>
                <a:spcPts val="0"/>
              </a:spcAft>
              <a:buSzPts val="2400"/>
              <a:buFont typeface="Bebas Neue"/>
              <a:buNone/>
              <a:defRPr sz="2400">
                <a:latin typeface="Bebas Neue"/>
                <a:ea typeface="Bebas Neue"/>
                <a:cs typeface="Bebas Neue"/>
              </a:defRPr>
            </a:lvl5pPr>
            <a:lvl6pPr algn="ctr">
              <a:lnSpc>
                <a:spcPct val="100000"/>
              </a:lnSpc>
              <a:spcBef>
                <a:spcPts val="0"/>
              </a:spcBef>
              <a:spcAft>
                <a:spcPts val="0"/>
              </a:spcAft>
              <a:buSzPts val="2400"/>
              <a:buFont typeface="Bebas Neue"/>
              <a:buNone/>
              <a:defRPr sz="2400">
                <a:latin typeface="Bebas Neue"/>
                <a:ea typeface="Bebas Neue"/>
                <a:cs typeface="Bebas Neue"/>
              </a:defRPr>
            </a:lvl6pPr>
            <a:lvl7pPr algn="ctr">
              <a:lnSpc>
                <a:spcPct val="100000"/>
              </a:lnSpc>
              <a:spcBef>
                <a:spcPts val="0"/>
              </a:spcBef>
              <a:spcAft>
                <a:spcPts val="0"/>
              </a:spcAft>
              <a:buSzPts val="2400"/>
              <a:buFont typeface="Bebas Neue"/>
              <a:buNone/>
              <a:defRPr sz="2400">
                <a:latin typeface="Bebas Neue"/>
                <a:ea typeface="Bebas Neue"/>
                <a:cs typeface="Bebas Neue"/>
              </a:defRPr>
            </a:lvl7pPr>
            <a:lvl8pPr algn="ctr">
              <a:lnSpc>
                <a:spcPct val="100000"/>
              </a:lnSpc>
              <a:spcBef>
                <a:spcPts val="0"/>
              </a:spcBef>
              <a:spcAft>
                <a:spcPts val="0"/>
              </a:spcAft>
              <a:buSzPts val="2400"/>
              <a:buFont typeface="Bebas Neue"/>
              <a:buNone/>
              <a:defRPr sz="2400">
                <a:latin typeface="Bebas Neue"/>
                <a:ea typeface="Bebas Neue"/>
                <a:cs typeface="Bebas Neue"/>
              </a:defRPr>
            </a:lvl8pPr>
            <a:lvl9pPr algn="ctr">
              <a:lnSpc>
                <a:spcPct val="100000"/>
              </a:lnSpc>
              <a:spcBef>
                <a:spcPts val="0"/>
              </a:spcBef>
              <a:spcAft>
                <a:spcPts val="0"/>
              </a:spcAft>
              <a:buSzPts val="2400"/>
              <a:buFont typeface="Bebas Neue"/>
              <a:buNone/>
              <a:defRPr sz="2400">
                <a:latin typeface="Bebas Neue"/>
                <a:ea typeface="Bebas Neue"/>
                <a:cs typeface="Bebas Neue"/>
              </a:defRPr>
            </a:lvl9pPr>
          </a:lstStyle>
          <a:p xmlns:a="http://schemas.openxmlformats.org/drawingml/2006/main"/>
        </p:txBody>
      </p:sp>
      <p:sp>
        <p:nvSpPr>
          <p:cNvPr id="153" name="Google Shape;153;p22">
            <a:extLst xmlns:a="http://schemas.openxmlformats.org/drawingml/2006/main">
              <a:ext uri="{FF2B5EF4-FFF2-40B4-BE49-F238E27FC236}">
                <a16:creationId xmlns:a16="http://schemas.microsoft.com/office/drawing/2014/main" id="{A43E528C-F2CA-415C-8B3A-1BD0E6CE6953}"/>
              </a:ext>
            </a:extLst>
          </p:cNvPr>
          <p:cNvSpPr>
            <a:spLocks xmlns:a="http://schemas.openxmlformats.org/drawingml/2006/main" noGrp="1"/>
          </p:cNvSpPr>
          <p:nvPr>
            <p:ph type="subTitle" idx="15"/>
          </p:nvPr>
        </p:nvSpPr>
        <p:spPr>
          <a:xfrm xmlns:a="http://schemas.openxmlformats.org/drawingml/2006/main">
            <a:off x="5352032" y="3632875"/>
            <a:ext cx="2687700" cy="3918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Bebas Neue"/>
              <a:buNone/>
              <a:defRPr sz="2200">
                <a:latin typeface="Limelight"/>
                <a:ea typeface="Limelight"/>
                <a:cs typeface="Limelight"/>
              </a:defRPr>
            </a:lvl1pPr>
            <a:lvl2pPr algn="ctr">
              <a:lnSpc>
                <a:spcPct val="100000"/>
              </a:lnSpc>
              <a:spcBef>
                <a:spcPts val="0"/>
              </a:spcBef>
              <a:spcAft>
                <a:spcPts val="0"/>
              </a:spcAft>
              <a:buSzPts val="2400"/>
              <a:buFont typeface="Bebas Neue"/>
              <a:buNone/>
              <a:defRPr sz="2400">
                <a:latin typeface="Bebas Neue"/>
                <a:ea typeface="Bebas Neue"/>
                <a:cs typeface="Bebas Neue"/>
              </a:defRPr>
            </a:lvl2pPr>
            <a:lvl3pPr algn="ctr">
              <a:lnSpc>
                <a:spcPct val="100000"/>
              </a:lnSpc>
              <a:spcBef>
                <a:spcPts val="0"/>
              </a:spcBef>
              <a:spcAft>
                <a:spcPts val="0"/>
              </a:spcAft>
              <a:buSzPts val="2400"/>
              <a:buFont typeface="Bebas Neue"/>
              <a:buNone/>
              <a:defRPr sz="2400">
                <a:latin typeface="Bebas Neue"/>
                <a:ea typeface="Bebas Neue"/>
                <a:cs typeface="Bebas Neue"/>
              </a:defRPr>
            </a:lvl3pPr>
            <a:lvl4pPr algn="ctr">
              <a:lnSpc>
                <a:spcPct val="100000"/>
              </a:lnSpc>
              <a:spcBef>
                <a:spcPts val="0"/>
              </a:spcBef>
              <a:spcAft>
                <a:spcPts val="0"/>
              </a:spcAft>
              <a:buSzPts val="2400"/>
              <a:buFont typeface="Bebas Neue"/>
              <a:buNone/>
              <a:defRPr sz="2400">
                <a:latin typeface="Bebas Neue"/>
                <a:ea typeface="Bebas Neue"/>
                <a:cs typeface="Bebas Neue"/>
              </a:defRPr>
            </a:lvl4pPr>
            <a:lvl5pPr algn="ctr">
              <a:lnSpc>
                <a:spcPct val="100000"/>
              </a:lnSpc>
              <a:spcBef>
                <a:spcPts val="0"/>
              </a:spcBef>
              <a:spcAft>
                <a:spcPts val="0"/>
              </a:spcAft>
              <a:buSzPts val="2400"/>
              <a:buFont typeface="Bebas Neue"/>
              <a:buNone/>
              <a:defRPr sz="2400">
                <a:latin typeface="Bebas Neue"/>
                <a:ea typeface="Bebas Neue"/>
                <a:cs typeface="Bebas Neue"/>
              </a:defRPr>
            </a:lvl5pPr>
            <a:lvl6pPr algn="ctr">
              <a:lnSpc>
                <a:spcPct val="100000"/>
              </a:lnSpc>
              <a:spcBef>
                <a:spcPts val="0"/>
              </a:spcBef>
              <a:spcAft>
                <a:spcPts val="0"/>
              </a:spcAft>
              <a:buSzPts val="2400"/>
              <a:buFont typeface="Bebas Neue"/>
              <a:buNone/>
              <a:defRPr sz="2400">
                <a:latin typeface="Bebas Neue"/>
                <a:ea typeface="Bebas Neue"/>
                <a:cs typeface="Bebas Neue"/>
              </a:defRPr>
            </a:lvl6pPr>
            <a:lvl7pPr algn="ctr">
              <a:lnSpc>
                <a:spcPct val="100000"/>
              </a:lnSpc>
              <a:spcBef>
                <a:spcPts val="0"/>
              </a:spcBef>
              <a:spcAft>
                <a:spcPts val="0"/>
              </a:spcAft>
              <a:buSzPts val="2400"/>
              <a:buFont typeface="Bebas Neue"/>
              <a:buNone/>
              <a:defRPr sz="2400">
                <a:latin typeface="Bebas Neue"/>
                <a:ea typeface="Bebas Neue"/>
                <a:cs typeface="Bebas Neue"/>
              </a:defRPr>
            </a:lvl7pPr>
            <a:lvl8pPr algn="ctr">
              <a:lnSpc>
                <a:spcPct val="100000"/>
              </a:lnSpc>
              <a:spcBef>
                <a:spcPts val="0"/>
              </a:spcBef>
              <a:spcAft>
                <a:spcPts val="0"/>
              </a:spcAft>
              <a:buSzPts val="2400"/>
              <a:buFont typeface="Bebas Neue"/>
              <a:buNone/>
              <a:defRPr sz="2400">
                <a:latin typeface="Bebas Neue"/>
                <a:ea typeface="Bebas Neue"/>
                <a:cs typeface="Bebas Neue"/>
              </a:defRPr>
            </a:lvl8pPr>
            <a:lvl9pPr algn="ctr">
              <a:lnSpc>
                <a:spcPct val="100000"/>
              </a:lnSpc>
              <a:spcBef>
                <a:spcPts val="0"/>
              </a:spcBef>
              <a:spcAft>
                <a:spcPts val="0"/>
              </a:spcAft>
              <a:buSzPts val="2400"/>
              <a:buFont typeface="Bebas Neue"/>
              <a:buNone/>
              <a:defRPr sz="2400">
                <a:latin typeface="Bebas Neue"/>
                <a:ea typeface="Bebas Neue"/>
                <a:cs typeface="Bebas Neue"/>
              </a:defRPr>
            </a:lvl9pPr>
          </a:lstStyle>
          <a:p xmlns:a="http://schemas.openxmlformats.org/drawingml/2006/main"/>
        </p:txBody>
      </p:sp>
    </p:spTree>
  </p:cSld>
</p:sldLayout>
</file>

<file path=ppt/slideLayouts/slideLayout22.xml><?xml version="1.0" encoding="utf-8"?>
<p:sldLayout xmlns:p="http://schemas.openxmlformats.org/presentationml/2006/main" matchingName="Numbers and text">
  <p:cSld name="BLANK_1_1_1_1_1_1">
    <p:spTree>
      <p:nvGrpSpPr>
        <p:cNvPr id="1" name=""/>
        <p:cNvGrpSpPr/>
        <p:nvPr/>
      </p:nvGrpSpPr>
      <p:grpSpPr>
        <a:xfrm xmlns:a="http://schemas.openxmlformats.org/drawingml/2006/main"/>
      </p:grpSpPr>
      <p:pic>
        <p:nvPicPr>
          <p:cNvPr id="155" name="Google Shape;155;p23">
            <a:extLst xmlns:a="http://schemas.openxmlformats.org/drawingml/2006/main">
              <a:ext uri="{FF2B5EF4-FFF2-40B4-BE49-F238E27FC236}">
                <a16:creationId xmlns:a16="http://schemas.microsoft.com/office/drawing/2014/main" id="{B821D54C-9626-4C5C-8DD3-69609602D5A0}"/>
              </a:ext>
            </a:extLst>
          </p:cNvPr>
          <p:cNvPicPr>
            <a:picLocks xmlns:a="http://schemas.openxmlformats.org/drawingml/2006/main" noChangeAspect="1"/>
          </p:cNvPicPr>
          <p:nvPr/>
        </p:nvPicPr>
        <p:blipFill>
          <a:blip xmlns:r="http://schemas.openxmlformats.org/officeDocument/2006/relationships" xmlns:a="http://schemas.openxmlformats.org/drawingml/2006/main" r:embed="R0f5641591cfe4e10">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56" name="Google Shape;156;p23">
            <a:extLst xmlns:a="http://schemas.openxmlformats.org/drawingml/2006/main">
              <a:ext uri="{FF2B5EF4-FFF2-40B4-BE49-F238E27FC236}">
                <a16:creationId xmlns:a16="http://schemas.microsoft.com/office/drawing/2014/main" id="{47AB04DA-7EF2-427C-8C34-F027EB6E4266}"/>
              </a:ext>
            </a:extLst>
          </p:cNvPr>
          <p:cNvSpPr>
            <a:spLocks xmlns:a="http://schemas.openxmlformats.org/drawingml/2006/main" noGrp="1"/>
          </p:cNvSpPr>
          <p:nvPr/>
        </p:nvSpPr>
        <p:spPr>
          <a:xfrm xmlns:a="http://schemas.openxmlformats.org/drawingml/2006/main">
            <a:off x="203850" y="276150"/>
            <a:ext cx="7980300" cy="45912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57" name="Google Shape;157;p23">
            <a:extLst xmlns:a="http://schemas.openxmlformats.org/drawingml/2006/main">
              <a:ext uri="{FF2B5EF4-FFF2-40B4-BE49-F238E27FC236}">
                <a16:creationId xmlns:a16="http://schemas.microsoft.com/office/drawing/2014/main" id="{083F1BE5-989E-4829-9A9B-FCC55121C47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938adcaeb814da0">
            <a:alphaModFix/>
          </a:blip>
          <a:srcRect xmlns:a="http://schemas.openxmlformats.org/drawingml/2006/main" l="47076" t="90815" r="48" b="858"/>
          <a:stretch xmlns:a="http://schemas.openxmlformats.org/drawingml/2006/main"/>
        </p:blipFill>
        <p:spPr>
          <a:xfrm xmlns:a="http://schemas.openxmlformats.org/drawingml/2006/main" rot="-5400000" flipH="1">
            <a:off x="6314788" y="2268088"/>
            <a:ext cx="4580475" cy="620750"/>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158" name="Google Shape;158;p23">
            <a:extLst xmlns:a="http://schemas.openxmlformats.org/drawingml/2006/main">
              <a:ext uri="{FF2B5EF4-FFF2-40B4-BE49-F238E27FC236}">
                <a16:creationId xmlns:a16="http://schemas.microsoft.com/office/drawing/2014/main" id="{85FF04D7-5DD6-4F74-8706-2D8CCA61C7B1}"/>
              </a:ext>
            </a:extLst>
          </p:cNvPr>
          <p:cNvSpPr>
            <a:spLocks xmlns:a="http://schemas.openxmlformats.org/drawingml/2006/main" noGrp="1"/>
          </p:cNvSpPr>
          <p:nvPr>
            <p:ph type="title" idx="0" hasCustomPrompt="1"/>
          </p:nvPr>
        </p:nvSpPr>
        <p:spPr>
          <a:xfrm xmlns:a="http://schemas.openxmlformats.org/drawingml/2006/main">
            <a:off x="1596275" y="1098175"/>
            <a:ext cx="5180400" cy="7548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SzPts val="6200"/>
              <a:buNone/>
              <a:defRPr sz="5000"/>
            </a:lvl1pPr>
            <a:lvl2pPr algn="ctr">
              <a:spcBef>
                <a:spcPts val="0"/>
              </a:spcBef>
              <a:spcAft>
                <a:spcPts val="0"/>
              </a:spcAft>
              <a:buSzPts val="6200"/>
              <a:buNone/>
              <a:defRPr sz="6200"/>
            </a:lvl2pPr>
            <a:lvl3pPr algn="ctr">
              <a:spcBef>
                <a:spcPts val="0"/>
              </a:spcBef>
              <a:spcAft>
                <a:spcPts val="0"/>
              </a:spcAft>
              <a:buSzPts val="6200"/>
              <a:buNone/>
              <a:defRPr sz="6200"/>
            </a:lvl3pPr>
            <a:lvl4pPr algn="ctr">
              <a:spcBef>
                <a:spcPts val="0"/>
              </a:spcBef>
              <a:spcAft>
                <a:spcPts val="0"/>
              </a:spcAft>
              <a:buSzPts val="6200"/>
              <a:buNone/>
              <a:defRPr sz="6200"/>
            </a:lvl4pPr>
            <a:lvl5pPr algn="ctr">
              <a:spcBef>
                <a:spcPts val="0"/>
              </a:spcBef>
              <a:spcAft>
                <a:spcPts val="0"/>
              </a:spcAft>
              <a:buSzPts val="6200"/>
              <a:buNone/>
              <a:defRPr sz="6200"/>
            </a:lvl5pPr>
            <a:lvl6pPr algn="ctr">
              <a:spcBef>
                <a:spcPts val="0"/>
              </a:spcBef>
              <a:spcAft>
                <a:spcPts val="0"/>
              </a:spcAft>
              <a:buSzPts val="6200"/>
              <a:buNone/>
              <a:defRPr sz="6200"/>
            </a:lvl6pPr>
            <a:lvl7pPr algn="ctr">
              <a:spcBef>
                <a:spcPts val="0"/>
              </a:spcBef>
              <a:spcAft>
                <a:spcPts val="0"/>
              </a:spcAft>
              <a:buSzPts val="6200"/>
              <a:buNone/>
              <a:defRPr sz="6200"/>
            </a:lvl7pPr>
            <a:lvl8pPr algn="ctr">
              <a:spcBef>
                <a:spcPts val="0"/>
              </a:spcBef>
              <a:spcAft>
                <a:spcPts val="0"/>
              </a:spcAft>
              <a:buSzPts val="6200"/>
              <a:buNone/>
              <a:defRPr sz="6200"/>
            </a:lvl8pPr>
            <a:lvl9pPr algn="ctr">
              <a:spcBef>
                <a:spcPts val="0"/>
              </a:spcBef>
              <a:spcAft>
                <a:spcPts val="0"/>
              </a:spcAft>
              <a:buSzPts val="6200"/>
              <a:buNone/>
              <a:defRPr sz="6200"/>
            </a:lvl9pPr>
          </a:lstStyle>
          <a:p xmlns:a="http://schemas.openxmlformats.org/drawingml/2006/main">
            <a:r>
              <a:t>xx%</a:t>
            </a:r>
          </a:p>
        </p:txBody>
      </p:sp>
      <p:sp>
        <p:nvSpPr>
          <p:cNvPr id="159" name="Google Shape;159;p23">
            <a:extLst xmlns:a="http://schemas.openxmlformats.org/drawingml/2006/main">
              <a:ext uri="{FF2B5EF4-FFF2-40B4-BE49-F238E27FC236}">
                <a16:creationId xmlns:a16="http://schemas.microsoft.com/office/drawing/2014/main" id="{5E7829EB-482B-4D48-AE16-EF585B47A385}"/>
              </a:ext>
            </a:extLst>
          </p:cNvPr>
          <p:cNvSpPr>
            <a:spLocks xmlns:a="http://schemas.openxmlformats.org/drawingml/2006/main" noGrp="1"/>
          </p:cNvSpPr>
          <p:nvPr>
            <p:ph type="subTitle" idx="1"/>
          </p:nvPr>
        </p:nvSpPr>
        <p:spPr>
          <a:xfrm xmlns:a="http://schemas.openxmlformats.org/drawingml/2006/main">
            <a:off x="1596275" y="1929250"/>
            <a:ext cx="5180400" cy="309300"/>
          </a:xfrm>
          <a:prstGeom xmlns:a="http://schemas.openxmlformats.org/drawingml/2006/main" prst="rect">
            <a:avLst/>
          </a:prstGeom>
          <a:solidFill xmlns:a="http://schemas.openxmlformats.org/drawingml/2006/main">
            <a:schemeClr val="dk2"/>
          </a:solidFill>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lvl1pPr>
              <a:lnSpc>
                <a:spcPct val="100000"/>
              </a:lnSpc>
              <a:spcBef>
                <a:spcPts val="0"/>
              </a:spcBef>
              <a:spcAft>
                <a:spcPts val="0"/>
              </a:spcAft>
              <a:buSzPts val="1400"/>
              <a:buNone/>
              <a:defRPr sz="14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60" name="Google Shape;160;p23">
            <a:extLst xmlns:a="http://schemas.openxmlformats.org/drawingml/2006/main">
              <a:ext uri="{FF2B5EF4-FFF2-40B4-BE49-F238E27FC236}">
                <a16:creationId xmlns:a16="http://schemas.microsoft.com/office/drawing/2014/main" id="{51A88188-3AB6-40D6-AC79-E4FB0BEBF890}"/>
              </a:ext>
            </a:extLst>
          </p:cNvPr>
          <p:cNvSpPr>
            <a:spLocks xmlns:a="http://schemas.openxmlformats.org/drawingml/2006/main" noGrp="1"/>
          </p:cNvSpPr>
          <p:nvPr>
            <p:ph type="title" idx="2" hasCustomPrompt="1"/>
          </p:nvPr>
        </p:nvSpPr>
        <p:spPr>
          <a:xfrm xmlns:a="http://schemas.openxmlformats.org/drawingml/2006/main">
            <a:off x="1596275" y="2872354"/>
            <a:ext cx="5180400" cy="7548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SzPts val="6200"/>
              <a:buNone/>
              <a:defRPr sz="5000"/>
            </a:lvl1pPr>
            <a:lvl2pPr algn="ctr">
              <a:spcBef>
                <a:spcPts val="0"/>
              </a:spcBef>
              <a:spcAft>
                <a:spcPts val="0"/>
              </a:spcAft>
              <a:buSzPts val="6200"/>
              <a:buNone/>
              <a:defRPr sz="6200"/>
            </a:lvl2pPr>
            <a:lvl3pPr algn="ctr">
              <a:spcBef>
                <a:spcPts val="0"/>
              </a:spcBef>
              <a:spcAft>
                <a:spcPts val="0"/>
              </a:spcAft>
              <a:buSzPts val="6200"/>
              <a:buNone/>
              <a:defRPr sz="6200"/>
            </a:lvl3pPr>
            <a:lvl4pPr algn="ctr">
              <a:spcBef>
                <a:spcPts val="0"/>
              </a:spcBef>
              <a:spcAft>
                <a:spcPts val="0"/>
              </a:spcAft>
              <a:buSzPts val="6200"/>
              <a:buNone/>
              <a:defRPr sz="6200"/>
            </a:lvl4pPr>
            <a:lvl5pPr algn="ctr">
              <a:spcBef>
                <a:spcPts val="0"/>
              </a:spcBef>
              <a:spcAft>
                <a:spcPts val="0"/>
              </a:spcAft>
              <a:buSzPts val="6200"/>
              <a:buNone/>
              <a:defRPr sz="6200"/>
            </a:lvl5pPr>
            <a:lvl6pPr algn="ctr">
              <a:spcBef>
                <a:spcPts val="0"/>
              </a:spcBef>
              <a:spcAft>
                <a:spcPts val="0"/>
              </a:spcAft>
              <a:buSzPts val="6200"/>
              <a:buNone/>
              <a:defRPr sz="6200"/>
            </a:lvl6pPr>
            <a:lvl7pPr algn="ctr">
              <a:spcBef>
                <a:spcPts val="0"/>
              </a:spcBef>
              <a:spcAft>
                <a:spcPts val="0"/>
              </a:spcAft>
              <a:buSzPts val="6200"/>
              <a:buNone/>
              <a:defRPr sz="6200"/>
            </a:lvl7pPr>
            <a:lvl8pPr algn="ctr">
              <a:spcBef>
                <a:spcPts val="0"/>
              </a:spcBef>
              <a:spcAft>
                <a:spcPts val="0"/>
              </a:spcAft>
              <a:buSzPts val="6200"/>
              <a:buNone/>
              <a:defRPr sz="6200"/>
            </a:lvl8pPr>
            <a:lvl9pPr algn="ctr">
              <a:spcBef>
                <a:spcPts val="0"/>
              </a:spcBef>
              <a:spcAft>
                <a:spcPts val="0"/>
              </a:spcAft>
              <a:buSzPts val="6200"/>
              <a:buNone/>
              <a:defRPr sz="6200"/>
            </a:lvl9pPr>
          </a:lstStyle>
          <a:p xmlns:a="http://schemas.openxmlformats.org/drawingml/2006/main">
            <a:r>
              <a:t>xx%</a:t>
            </a:r>
          </a:p>
        </p:txBody>
      </p:sp>
      <p:sp>
        <p:nvSpPr>
          <p:cNvPr id="161" name="Google Shape;161;p23">
            <a:extLst xmlns:a="http://schemas.openxmlformats.org/drawingml/2006/main">
              <a:ext uri="{FF2B5EF4-FFF2-40B4-BE49-F238E27FC236}">
                <a16:creationId xmlns:a16="http://schemas.microsoft.com/office/drawing/2014/main" id="{956CA06B-87D4-4961-B676-F1FB1859F0B9}"/>
              </a:ext>
            </a:extLst>
          </p:cNvPr>
          <p:cNvSpPr>
            <a:spLocks xmlns:a="http://schemas.openxmlformats.org/drawingml/2006/main" noGrp="1"/>
          </p:cNvSpPr>
          <p:nvPr>
            <p:ph type="subTitle" idx="3"/>
          </p:nvPr>
        </p:nvSpPr>
        <p:spPr>
          <a:xfrm xmlns:a="http://schemas.openxmlformats.org/drawingml/2006/main">
            <a:off x="1596275" y="3703350"/>
            <a:ext cx="5180400" cy="309300"/>
          </a:xfrm>
          <a:prstGeom xmlns:a="http://schemas.openxmlformats.org/drawingml/2006/main" prst="rect">
            <a:avLst/>
          </a:prstGeom>
          <a:solidFill xmlns:a="http://schemas.openxmlformats.org/drawingml/2006/main">
            <a:schemeClr val="dk2"/>
          </a:solidFill>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lvl1pPr>
              <a:lnSpc>
                <a:spcPct val="100000"/>
              </a:lnSpc>
              <a:spcBef>
                <a:spcPts val="0"/>
              </a:spcBef>
              <a:spcAft>
                <a:spcPts val="0"/>
              </a:spcAft>
              <a:buSzPts val="1400"/>
              <a:buNone/>
              <a:defRPr sz="14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Tree>
  </p:cSld>
</p:sldLayout>
</file>

<file path=ppt/slideLayouts/slideLayout23.xml><?xml version="1.0" encoding="utf-8"?>
<p:sldLayout xmlns:p="http://schemas.openxmlformats.org/presentationml/2006/main" matchingName="Thanks">
  <p:cSld name="CUSTOM_3_1">
    <p:spTree>
      <p:nvGrpSpPr>
        <p:cNvPr id="1" name=""/>
        <p:cNvGrpSpPr/>
        <p:nvPr/>
      </p:nvGrpSpPr>
      <p:grpSpPr>
        <a:xfrm xmlns:a="http://schemas.openxmlformats.org/drawingml/2006/main"/>
      </p:grpSpPr>
      <p:pic>
        <p:nvPicPr>
          <p:cNvPr id="163" name="Google Shape;163;p24">
            <a:extLst xmlns:a="http://schemas.openxmlformats.org/drawingml/2006/main">
              <a:ext uri="{FF2B5EF4-FFF2-40B4-BE49-F238E27FC236}">
                <a16:creationId xmlns:a16="http://schemas.microsoft.com/office/drawing/2014/main" id="{1AB8EF21-054A-4E36-B785-E43AF51DDB7A}"/>
              </a:ext>
            </a:extLst>
          </p:cNvPr>
          <p:cNvPicPr>
            <a:picLocks xmlns:a="http://schemas.openxmlformats.org/drawingml/2006/main" noChangeAspect="1"/>
          </p:cNvPicPr>
          <p:nvPr/>
        </p:nvPicPr>
        <p:blipFill>
          <a:blip xmlns:r="http://schemas.openxmlformats.org/officeDocument/2006/relationships" xmlns:a="http://schemas.openxmlformats.org/drawingml/2006/main" r:embed="R545427ce3fe04737">
            <a:alphaModFix amt="60000"/>
          </a:blip>
          <a:stretch xmlns:a="http://schemas.openxmlformats.org/drawingml/2006/main">
            <a:fillRect l="0" t="0" r="0" b="0"/>
          </a:stretch>
        </p:blipFill>
        <p:spPr>
          <a:xfrm xmlns:a="http://schemas.openxmlformats.org/drawingml/2006/main" flipH="1">
            <a:off x="0" y="0"/>
            <a:ext cx="9144000" cy="5143500"/>
          </a:xfrm>
          <a:prstGeom xmlns:a="http://schemas.openxmlformats.org/drawingml/2006/main" prst="rect">
            <a:avLst/>
          </a:prstGeom>
          <a:ln xmlns:a="http://schemas.openxmlformats.org/drawingml/2006/main">
            <a:noFill/>
          </a:ln>
        </p:spPr>
      </p:pic>
      <p:sp>
        <p:nvSpPr>
          <p:cNvPr id="165" name="Google Shape;165;p24">
            <a:extLst xmlns:a="http://schemas.openxmlformats.org/drawingml/2006/main">
              <a:ext uri="{FF2B5EF4-FFF2-40B4-BE49-F238E27FC236}">
                <a16:creationId xmlns:a16="http://schemas.microsoft.com/office/drawing/2014/main" id="{88A661D3-8BAA-434B-95F5-98ED4629ECFF}"/>
              </a:ext>
            </a:extLst>
          </p:cNvPr>
          <p:cNvSpPr>
            <a:spLocks xmlns:a="http://schemas.openxmlformats.org/drawingml/2006/main" noGrp="1"/>
          </p:cNvSpPr>
          <p:nvPr/>
        </p:nvSpPr>
        <p:spPr>
          <a:xfrm xmlns:a="http://schemas.openxmlformats.org/drawingml/2006/main" rot="0" flipH="0" flipV="0">
            <a:off x="203850" y="994475"/>
            <a:ext cx="8755350" cy="3889400"/>
          </a:xfrm>
          <a:custGeom xmlns:a="http://schemas.openxmlformats.org/drawingml/2006/main">
            <a:rect l="l" t="t" r="r" b="b"/>
            <a:pathLst>
              <a:path w="350214" h="155576">
                <a:moveTo>
                  <a:pt x="349727" y="155576"/>
                </a:moveTo>
                <a:lnTo>
                  <a:pt x="139" y="154882"/>
                </a:lnTo>
                <a:lnTo>
                  <a:pt x="0" y="0"/>
                </a:lnTo>
                <a:lnTo>
                  <a:pt x="349402" y="5216"/>
                </a:lnTo>
                <a:lnTo>
                  <a:pt x="350214" y="109690"/>
                </a:lnTo>
              </a:path>
            </a:pathLst>
          </a:custGeom>
          <a:noFill xmlns:a="http://schemas.openxmlformats.org/drawingml/2006/main"/>
          <a:ln xmlns:a="http://schemas.openxmlformats.org/drawingml/2006/main" w="19050" cap="flat" cmpd="sng">
            <a:solidFill>
              <a:schemeClr val="dk1"/>
            </a:solidFill>
            <a:prstDash val="solid"/>
            <a:round/>
            <a:headEnd type="none" w="med" len="med"/>
            <a:tailEnd type="none" w="med" len="med"/>
          </a:ln>
        </p:spPr>
      </p:sp>
      <p:cxnSp>
        <p:nvCxnSpPr>
          <p:cNvPr id="166" name="Google Shape;166;p24">
            <a:extLst xmlns:a="http://schemas.openxmlformats.org/drawingml/2006/main">
              <a:ext uri="{FF2B5EF4-FFF2-40B4-BE49-F238E27FC236}">
                <a16:creationId xmlns:a16="http://schemas.microsoft.com/office/drawing/2014/main" id="{17046617-9BE7-4FEC-9AB8-5E23A4D52743}"/>
              </a:ext>
            </a:extLst>
          </p:cNvPr>
          <p:cNvCxnSpPr/>
          <p:nvPr/>
        </p:nvCxnSpPr>
        <p:spPr>
          <a:xfrm xmlns:a="http://schemas.openxmlformats.org/drawingml/2006/main" rot="0" flipH="0" flipV="0">
            <a:off x="8949525" y="4131575"/>
            <a:ext cx="0" cy="760200"/>
          </a:xfrm>
          <a:prstGeom xmlns:a="http://schemas.openxmlformats.org/drawingml/2006/main" prst="straightConnector1">
            <a:avLst/>
          </a:prstGeom>
          <a:ln xmlns:a="http://schemas.openxmlformats.org/drawingml/2006/main" w="19050" cap="flat">
            <a:solidFill>
              <a:schemeClr val="dk1"/>
            </a:solidFill>
            <a:prstDash val="solid"/>
            <a:round/>
            <a:headEnd type="none" w="med" len="med"/>
            <a:tailEnd type="none" w="med" len="med"/>
          </a:ln>
        </p:spPr>
      </p:cxnSp>
      <p:pic>
        <p:nvPicPr>
          <p:cNvPr id="167" name="Google Shape;167;p24">
            <a:extLst xmlns:a="http://schemas.openxmlformats.org/drawingml/2006/main">
              <a:ext uri="{FF2B5EF4-FFF2-40B4-BE49-F238E27FC236}">
                <a16:creationId xmlns:a16="http://schemas.microsoft.com/office/drawing/2014/main" id="{E75A5119-8F9F-435E-8C1A-0470049ECD2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328068c00f44559">
            <a:alphaModFix/>
          </a:blip>
          <a:srcRect xmlns:a="http://schemas.openxmlformats.org/drawingml/2006/main" l="-463" t="89411" r="-181" b="857"/>
          <a:stretch xmlns:a="http://schemas.openxmlformats.org/drawingml/2006/main"/>
        </p:blipFill>
        <p:spPr>
          <a:xfrm xmlns:a="http://schemas.openxmlformats.org/drawingml/2006/main" rot="10800000" flipH="1">
            <a:off x="205075" y="281650"/>
            <a:ext cx="8718450" cy="725400"/>
          </a:xfrm>
          <a:prstGeom xmlns:a="http://schemas.openxmlformats.org/drawingml/2006/main" prst="flowChartManualInput">
            <a:avLst/>
          </a:prstGeom>
          <a:ln xmlns:a="http://schemas.openxmlformats.org/drawingml/2006/main" w="19050" cap="flat" cmpd="sng">
            <a:solidFill>
              <a:schemeClr val="dk1"/>
            </a:solidFill>
            <a:prstDash val="solid"/>
            <a:round/>
          </a:ln>
        </p:spPr>
      </p:pic>
      <p:sp>
        <p:nvSpPr>
          <p:cNvPr id="168" name="Google Shape;168;p24">
            <a:extLst xmlns:a="http://schemas.openxmlformats.org/drawingml/2006/main">
              <a:ext uri="{FF2B5EF4-FFF2-40B4-BE49-F238E27FC236}">
                <a16:creationId xmlns:a16="http://schemas.microsoft.com/office/drawing/2014/main" id="{98CF7788-A49A-49EC-AA89-97169F7DD746}"/>
              </a:ext>
            </a:extLst>
          </p:cNvPr>
          <p:cNvSpPr>
            <a:spLocks xmlns:a="http://schemas.openxmlformats.org/drawingml/2006/main" noGrp="1"/>
          </p:cNvSpPr>
          <p:nvPr>
            <p:ph type="title" idx="0"/>
          </p:nvPr>
        </p:nvSpPr>
        <p:spPr>
          <a:xfrm xmlns:a="http://schemas.openxmlformats.org/drawingml/2006/main">
            <a:off x="1297950" y="1149600"/>
            <a:ext cx="5617800" cy="9975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000"/>
              <a:buNone/>
              <a:defRPr sz="73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xmlns:a="http://schemas.openxmlformats.org/drawingml/2006/main"/>
        </p:txBody>
      </p:sp>
      <p:sp>
        <p:nvSpPr>
          <p:cNvPr id="169" name="Google Shape;169;p24">
            <a:extLst xmlns:a="http://schemas.openxmlformats.org/drawingml/2006/main">
              <a:ext uri="{FF2B5EF4-FFF2-40B4-BE49-F238E27FC236}">
                <a16:creationId xmlns:a16="http://schemas.microsoft.com/office/drawing/2014/main" id="{9AA5CFAE-4195-4C0C-8A58-F370820D4303}"/>
              </a:ext>
            </a:extLst>
          </p:cNvPr>
          <p:cNvSpPr>
            <a:spLocks xmlns:a="http://schemas.openxmlformats.org/drawingml/2006/main" noGrp="1"/>
          </p:cNvSpPr>
          <p:nvPr>
            <p:ph type="subTitle" idx="1"/>
          </p:nvPr>
        </p:nvSpPr>
        <p:spPr>
          <a:xfrm xmlns:a="http://schemas.openxmlformats.org/drawingml/2006/main">
            <a:off x="1297939" y="2310667"/>
            <a:ext cx="5617800" cy="12318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None/>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Tree>
  </p:cSld>
</p:sldLayout>
</file>

<file path=ppt/slideLayouts/slideLayout24.xml><?xml version="1.0" encoding="utf-8"?>
<p:sldLayout xmlns:p="http://schemas.openxmlformats.org/presentationml/2006/main" matchingName="Background">
  <p:cSld name="BLANK_1_1_1_1_1_1_1">
    <p:spTree>
      <p:nvGrpSpPr>
        <p:cNvPr id="1" name=""/>
        <p:cNvGrpSpPr/>
        <p:nvPr/>
      </p:nvGrpSpPr>
      <p:grpSpPr>
        <a:xfrm xmlns:a="http://schemas.openxmlformats.org/drawingml/2006/main"/>
      </p:grpSpPr>
      <p:pic>
        <p:nvPicPr>
          <p:cNvPr id="171" name="Google Shape;171;p25">
            <a:extLst xmlns:a="http://schemas.openxmlformats.org/drawingml/2006/main">
              <a:ext uri="{FF2B5EF4-FFF2-40B4-BE49-F238E27FC236}">
                <a16:creationId xmlns:a16="http://schemas.microsoft.com/office/drawing/2014/main" id="{34836AFE-050D-429F-9CF6-BA2616B43E8E}"/>
              </a:ext>
            </a:extLst>
          </p:cNvPr>
          <p:cNvPicPr>
            <a:picLocks xmlns:a="http://schemas.openxmlformats.org/drawingml/2006/main" noChangeAspect="1"/>
          </p:cNvPicPr>
          <p:nvPr/>
        </p:nvPicPr>
        <p:blipFill>
          <a:blip xmlns:r="http://schemas.openxmlformats.org/officeDocument/2006/relationships" xmlns:a="http://schemas.openxmlformats.org/drawingml/2006/main" r:embed="R6e001f7e16b14575">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2" name="Google Shape;172;p25">
            <a:extLst xmlns:a="http://schemas.openxmlformats.org/drawingml/2006/main">
              <a:ext uri="{FF2B5EF4-FFF2-40B4-BE49-F238E27FC236}">
                <a16:creationId xmlns:a16="http://schemas.microsoft.com/office/drawing/2014/main" id="{43ED8B2A-3996-4F23-8B55-106C3568963F}"/>
              </a:ext>
            </a:extLst>
          </p:cNvPr>
          <p:cNvSpPr>
            <a:spLocks xmlns:a="http://schemas.openxmlformats.org/drawingml/2006/main" noGrp="1"/>
          </p:cNvSpPr>
          <p:nvPr/>
        </p:nvSpPr>
        <p:spPr>
          <a:xfrm xmlns:a="http://schemas.openxmlformats.org/drawingml/2006/main">
            <a:off x="203850" y="276150"/>
            <a:ext cx="8736300" cy="39432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73" name="Google Shape;173;p25">
            <a:extLst xmlns:a="http://schemas.openxmlformats.org/drawingml/2006/main">
              <a:ext uri="{FF2B5EF4-FFF2-40B4-BE49-F238E27FC236}">
                <a16:creationId xmlns:a16="http://schemas.microsoft.com/office/drawing/2014/main" id="{F3C802E2-8198-4807-AD48-E6A625C2302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6c5b6db492c4035">
            <a:alphaModFix/>
          </a:blip>
          <a:srcRect xmlns:a="http://schemas.openxmlformats.org/drawingml/2006/main" l="-302" t="89411" r="-251" b="3474"/>
          <a:stretch xmlns:a="http://schemas.openxmlformats.org/drawingml/2006/main"/>
        </p:blipFill>
        <p:spPr>
          <a:xfrm xmlns:a="http://schemas.openxmlformats.org/drawingml/2006/main" rot="10800000">
            <a:off x="205075" y="4336975"/>
            <a:ext cx="8710325" cy="530375"/>
          </a:xfrm>
          <a:prstGeom xmlns:a="http://schemas.openxmlformats.org/drawingml/2006/main" prst="flowChartManualInput">
            <a:avLst/>
          </a:prstGeom>
          <a:ln xmlns:a="http://schemas.openxmlformats.org/drawingml/2006/main" w="19050" cap="flat" cmpd="sng">
            <a:solidFill>
              <a:schemeClr val="dk1"/>
            </a:solidFill>
            <a:prstDash val="solid"/>
            <a:round/>
          </a:ln>
        </p:spPr>
      </p:pic>
    </p:spTree>
  </p:cSld>
</p:sldLayout>
</file>

<file path=ppt/slideLayouts/slideLayout25.xml><?xml version="1.0" encoding="utf-8"?>
<p:sldLayout xmlns:p="http://schemas.openxmlformats.org/presentationml/2006/main" matchingName="Background 1">
  <p:cSld name="BLANK_1_1_1_1_1_1_1_1">
    <p:spTree>
      <p:nvGrpSpPr>
        <p:cNvPr id="1" name=""/>
        <p:cNvGrpSpPr/>
        <p:nvPr/>
      </p:nvGrpSpPr>
      <p:grpSpPr>
        <a:xfrm xmlns:a="http://schemas.openxmlformats.org/drawingml/2006/main"/>
      </p:grpSpPr>
      <p:pic>
        <p:nvPicPr>
          <p:cNvPr id="175" name="Google Shape;175;p26">
            <a:extLst xmlns:a="http://schemas.openxmlformats.org/drawingml/2006/main">
              <a:ext uri="{FF2B5EF4-FFF2-40B4-BE49-F238E27FC236}">
                <a16:creationId xmlns:a16="http://schemas.microsoft.com/office/drawing/2014/main" id="{3E5F92E5-90A4-4442-AA40-D1F62F97B00B}"/>
              </a:ext>
            </a:extLst>
          </p:cNvPr>
          <p:cNvPicPr>
            <a:picLocks xmlns:a="http://schemas.openxmlformats.org/drawingml/2006/main" noChangeAspect="1"/>
          </p:cNvPicPr>
          <p:nvPr/>
        </p:nvPicPr>
        <p:blipFill>
          <a:blip xmlns:r="http://schemas.openxmlformats.org/officeDocument/2006/relationships" xmlns:a="http://schemas.openxmlformats.org/drawingml/2006/main" r:embed="R4ed9b4ed893447a5">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6" name="Google Shape;176;p26">
            <a:extLst xmlns:a="http://schemas.openxmlformats.org/drawingml/2006/main">
              <a:ext uri="{FF2B5EF4-FFF2-40B4-BE49-F238E27FC236}">
                <a16:creationId xmlns:a16="http://schemas.microsoft.com/office/drawing/2014/main" id="{55950C92-5163-4B46-B48A-23B90138FDDF}"/>
              </a:ext>
            </a:extLst>
          </p:cNvPr>
          <p:cNvSpPr>
            <a:spLocks xmlns:a="http://schemas.openxmlformats.org/drawingml/2006/main" noGrp="1"/>
          </p:cNvSpPr>
          <p:nvPr/>
        </p:nvSpPr>
        <p:spPr>
          <a:xfrm xmlns:a="http://schemas.openxmlformats.org/drawingml/2006/main">
            <a:off x="203850" y="276150"/>
            <a:ext cx="7980300" cy="45912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77" name="Google Shape;177;p26">
            <a:extLst xmlns:a="http://schemas.openxmlformats.org/drawingml/2006/main">
              <a:ext uri="{FF2B5EF4-FFF2-40B4-BE49-F238E27FC236}">
                <a16:creationId xmlns:a16="http://schemas.microsoft.com/office/drawing/2014/main" id="{ADE68C85-78F4-4553-A448-771611C2476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1b4919d993f4a10">
            <a:alphaModFix/>
          </a:blip>
          <a:srcRect xmlns:a="http://schemas.openxmlformats.org/drawingml/2006/main" l="47076" t="90815" r="48" b="858"/>
          <a:stretch xmlns:a="http://schemas.openxmlformats.org/drawingml/2006/main"/>
        </p:blipFill>
        <p:spPr>
          <a:xfrm xmlns:a="http://schemas.openxmlformats.org/drawingml/2006/main" rot="-5400000" flipH="1">
            <a:off x="6314788" y="2268088"/>
            <a:ext cx="4580475" cy="620750"/>
          </a:xfrm>
          <a:prstGeom xmlns:a="http://schemas.openxmlformats.org/drawingml/2006/main" prst="flowChartManualInput">
            <a:avLst/>
          </a:prstGeom>
          <a:ln xmlns:a="http://schemas.openxmlformats.org/drawingml/2006/main" w="19050" cap="flat" cmpd="sng">
            <a:solidFill>
              <a:schemeClr val="dk1"/>
            </a:solidFill>
            <a:prstDash val="solid"/>
            <a:round/>
          </a:ln>
        </p:spPr>
      </p:pic>
    </p:spTree>
  </p:cSld>
</p:sldLayout>
</file>

<file path=ppt/slideLayouts/slideLayout26.xml><?xml version="1.0" encoding="utf-8"?>
<p:sldLayout xmlns:p="http://schemas.openxmlformats.org/presentationml/2006/main" matchingName="Background 2">
  <p:cSld name="BLANK_1_1_1_1_1_1_1_1_1">
    <p:spTree>
      <p:nvGrpSpPr>
        <p:cNvPr id="1" name=""/>
        <p:cNvGrpSpPr/>
        <p:nvPr/>
      </p:nvGrpSpPr>
      <p:grpSpPr>
        <a:xfrm xmlns:a="http://schemas.openxmlformats.org/drawingml/2006/main"/>
      </p:grpSpPr>
      <p:pic>
        <p:nvPicPr>
          <p:cNvPr id="179" name="Google Shape;179;p27">
            <a:extLst xmlns:a="http://schemas.openxmlformats.org/drawingml/2006/main">
              <a:ext uri="{FF2B5EF4-FFF2-40B4-BE49-F238E27FC236}">
                <a16:creationId xmlns:a16="http://schemas.microsoft.com/office/drawing/2014/main" id="{EF5EF23A-0620-49BA-A037-6E73EC934844}"/>
              </a:ext>
            </a:extLst>
          </p:cNvPr>
          <p:cNvPicPr>
            <a:picLocks xmlns:a="http://schemas.openxmlformats.org/drawingml/2006/main" noChangeAspect="1"/>
          </p:cNvPicPr>
          <p:nvPr/>
        </p:nvPicPr>
        <p:blipFill>
          <a:blip xmlns:r="http://schemas.openxmlformats.org/officeDocument/2006/relationships" xmlns:a="http://schemas.openxmlformats.org/drawingml/2006/main" r:embed="R9c55be62dd184b21">
            <a:alphaModFix amt="6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80" name="Google Shape;180;p27">
            <a:extLst xmlns:a="http://schemas.openxmlformats.org/drawingml/2006/main">
              <a:ext uri="{FF2B5EF4-FFF2-40B4-BE49-F238E27FC236}">
                <a16:creationId xmlns:a16="http://schemas.microsoft.com/office/drawing/2014/main" id="{574D6373-F85B-48C4-811E-F7EE5D61C60A}"/>
              </a:ext>
            </a:extLst>
          </p:cNvPr>
          <p:cNvSpPr>
            <a:spLocks xmlns:a="http://schemas.openxmlformats.org/drawingml/2006/main" noGrp="1"/>
          </p:cNvSpPr>
          <p:nvPr/>
        </p:nvSpPr>
        <p:spPr>
          <a:xfrm xmlns:a="http://schemas.openxmlformats.org/drawingml/2006/main">
            <a:off x="951725" y="276150"/>
            <a:ext cx="7988400" cy="4591200"/>
          </a:xfrm>
          <a:prstGeom xmlns:a="http://schemas.openxmlformats.org/drawingml/2006/main" prst="rect">
            <a:avLst/>
          </a:prstGeom>
          <a:noFill xmlns:a="http://schemas.openxmlformats.org/drawingml/2006/main"/>
          <a:ln xmlns:a="http://schemas.openxmlformats.org/drawingml/2006/main" w="19050"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81" name="Google Shape;181;p27">
            <a:extLst xmlns:a="http://schemas.openxmlformats.org/drawingml/2006/main">
              <a:ext uri="{FF2B5EF4-FFF2-40B4-BE49-F238E27FC236}">
                <a16:creationId xmlns:a16="http://schemas.microsoft.com/office/drawing/2014/main" id="{2D33CA6A-1603-4917-A11E-48691FE79E7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27e31668a6040c6">
            <a:alphaModFix/>
          </a:blip>
          <a:srcRect xmlns:a="http://schemas.openxmlformats.org/drawingml/2006/main" l="47076" t="90815" r="48" b="858"/>
          <a:stretch xmlns:a="http://schemas.openxmlformats.org/drawingml/2006/main"/>
        </p:blipFill>
        <p:spPr>
          <a:xfrm xmlns:a="http://schemas.openxmlformats.org/drawingml/2006/main" rot="5400000">
            <a:off x="-1762412" y="2268088"/>
            <a:ext cx="4580475" cy="620750"/>
          </a:xfrm>
          <a:prstGeom xmlns:a="http://schemas.openxmlformats.org/drawingml/2006/main" prst="flowChartManualInput">
            <a:avLst/>
          </a:prstGeom>
          <a:ln xmlns:a="http://schemas.openxmlformats.org/drawingml/2006/main" w="19050" cap="flat" cmpd="sng">
            <a:solidFill>
              <a:schemeClr val="dk1"/>
            </a:solidFill>
            <a:prstDash val="solid"/>
            <a:round/>
          </a:ln>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7ec9c63b5b4756" /><Relationship Type="http://schemas.openxmlformats.org/officeDocument/2006/relationships/slideLayout" Target="/ppt/slideLayouts/slideLayout1.xml" Id="R7d5c5ec207a544c1" /><Relationship Type="http://schemas.openxmlformats.org/officeDocument/2006/relationships/slideLayout" Target="/ppt/slideLayouts/slideLayout2.xml" Id="R201428428237445b" /><Relationship Type="http://schemas.openxmlformats.org/officeDocument/2006/relationships/slideLayout" Target="/ppt/slideLayouts/slideLayout3.xml" Id="Rb4eafc2b902a440d" /><Relationship Type="http://schemas.openxmlformats.org/officeDocument/2006/relationships/slideLayout" Target="/ppt/slideLayouts/slideLayout4.xml" Id="Ra4da051b42ee4019" /><Relationship Type="http://schemas.openxmlformats.org/officeDocument/2006/relationships/slideLayout" Target="/ppt/slideLayouts/slideLayout5.xml" Id="R5ee1b06a379e47f4" /><Relationship Type="http://schemas.openxmlformats.org/officeDocument/2006/relationships/slideLayout" Target="/ppt/slideLayouts/slideLayout6.xml" Id="R25cebebaf9e84b5f" /><Relationship Type="http://schemas.openxmlformats.org/officeDocument/2006/relationships/slideLayout" Target="/ppt/slideLayouts/slideLayout7.xml" Id="R3887aeb4b3044ff8" /><Relationship Type="http://schemas.openxmlformats.org/officeDocument/2006/relationships/slideLayout" Target="/ppt/slideLayouts/slideLayout8.xml" Id="R38df18ccd04e4f66" /><Relationship Type="http://schemas.openxmlformats.org/officeDocument/2006/relationships/slideLayout" Target="/ppt/slideLayouts/slideLayout9.xml" Id="R642b6c5024e04b18" /><Relationship Type="http://schemas.openxmlformats.org/officeDocument/2006/relationships/slideLayout" Target="/ppt/slideLayouts/slideLayout10.xml" Id="Re3c71bcb43b54d4f" /><Relationship Type="http://schemas.openxmlformats.org/officeDocument/2006/relationships/slideLayout" Target="/ppt/slideLayouts/slideLayout11.xml" Id="R38205889d845471d" /><Relationship Type="http://schemas.openxmlformats.org/officeDocument/2006/relationships/slideLayout" Target="/ppt/slideLayouts/slideLayout12.xml" Id="R30db093d8c3241b2" /><Relationship Type="http://schemas.openxmlformats.org/officeDocument/2006/relationships/slideLayout" Target="/ppt/slideLayouts/slideLayout13.xml" Id="Rc791114943264a0e" /><Relationship Type="http://schemas.openxmlformats.org/officeDocument/2006/relationships/slideLayout" Target="/ppt/slideLayouts/slideLayout14.xml" Id="Rf26d9acf31ef4760" /><Relationship Type="http://schemas.openxmlformats.org/officeDocument/2006/relationships/slideLayout" Target="/ppt/slideLayouts/slideLayout15.xml" Id="R9370a10aef51446f" /><Relationship Type="http://schemas.openxmlformats.org/officeDocument/2006/relationships/slideLayout" Target="/ppt/slideLayouts/slideLayout16.xml" Id="Rd3b30cf6334e4194" /><Relationship Type="http://schemas.openxmlformats.org/officeDocument/2006/relationships/slideLayout" Target="/ppt/slideLayouts/slideLayout17.xml" Id="R0e93873997474288" /><Relationship Type="http://schemas.openxmlformats.org/officeDocument/2006/relationships/slideLayout" Target="/ppt/slideLayouts/slideLayout18.xml" Id="Rd70d4ed6e1484d0b" /><Relationship Type="http://schemas.openxmlformats.org/officeDocument/2006/relationships/slideLayout" Target="/ppt/slideLayouts/slideLayout19.xml" Id="R1862516c1909492b" /><Relationship Type="http://schemas.openxmlformats.org/officeDocument/2006/relationships/slideLayout" Target="/ppt/slideLayouts/slideLayout20.xml" Id="R88a69737565c454d" /><Relationship Type="http://schemas.openxmlformats.org/officeDocument/2006/relationships/slideLayout" Target="/ppt/slideLayouts/slideLayout21.xml" Id="R3fb2c73fab204b97" /><Relationship Type="http://schemas.openxmlformats.org/officeDocument/2006/relationships/slideLayout" Target="/ppt/slideLayouts/slideLayout22.xml" Id="Rd8d63a2ea8924104" /><Relationship Type="http://schemas.openxmlformats.org/officeDocument/2006/relationships/slideLayout" Target="/ppt/slideLayouts/slideLayout23.xml" Id="R2a4351f2b0b44f1c" /><Relationship Type="http://schemas.openxmlformats.org/officeDocument/2006/relationships/slideLayout" Target="/ppt/slideLayouts/slideLayout24.xml" Id="Rc89eb81de98e4e14" /><Relationship Type="http://schemas.openxmlformats.org/officeDocument/2006/relationships/slideLayout" Target="/ppt/slideLayouts/slideLayout25.xml" Id="R5e78c71a15c24393" /><Relationship Type="http://schemas.openxmlformats.org/officeDocument/2006/relationships/slideLayout" Target="/ppt/slideLayouts/slideLayout26.xml" Id="R330332f2e8394636"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05357950-B235-42CD-B634-97F8F028F808}"/>
              </a:ext>
            </a:extLst>
          </p:cNvPr>
          <p:cNvSpPr>
            <a:spLocks xmlns:a="http://schemas.openxmlformats.org/drawingml/2006/main" noGrp="1"/>
          </p:cNvSpPr>
          <p:nvPr>
            <p:ph type="title" idx="0"/>
          </p:nvPr>
        </p:nvSpPr>
        <p:spPr>
          <a:xfrm xmlns:a="http://schemas.openxmlformats.org/drawingml/2006/main">
            <a:off x="713225" y="445025"/>
            <a:ext cx="77175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Clr>
                <a:schemeClr val="dk1"/>
              </a:buClr>
              <a:buSzPts val="3000"/>
              <a:buFont typeface="Limelight"/>
              <a:buNone/>
              <a:defRPr sz="3000" b="1">
                <a:solidFill>
                  <a:schemeClr val="dk1"/>
                </a:solidFill>
                <a:latin typeface="Limelight"/>
                <a:ea typeface="Limelight"/>
                <a:cs typeface="Limelight"/>
              </a:defRPr>
            </a:lvl1pPr>
            <a:lvl2pPr>
              <a:spcBef>
                <a:spcPts val="0"/>
              </a:spcBef>
              <a:spcAft>
                <a:spcPts val="0"/>
              </a:spcAft>
              <a:buClr>
                <a:schemeClr val="dk1"/>
              </a:buClr>
              <a:buSzPts val="3000"/>
              <a:buFont typeface="Limelight"/>
              <a:buNone/>
              <a:defRPr sz="3000" b="1">
                <a:solidFill>
                  <a:schemeClr val="dk1"/>
                </a:solidFill>
                <a:latin typeface="Limelight"/>
                <a:ea typeface="Limelight"/>
                <a:cs typeface="Limelight"/>
              </a:defRPr>
            </a:lvl2pPr>
            <a:lvl3pPr>
              <a:spcBef>
                <a:spcPts val="0"/>
              </a:spcBef>
              <a:spcAft>
                <a:spcPts val="0"/>
              </a:spcAft>
              <a:buClr>
                <a:schemeClr val="dk1"/>
              </a:buClr>
              <a:buSzPts val="3000"/>
              <a:buFont typeface="Limelight"/>
              <a:buNone/>
              <a:defRPr sz="3000" b="1">
                <a:solidFill>
                  <a:schemeClr val="dk1"/>
                </a:solidFill>
                <a:latin typeface="Limelight"/>
                <a:ea typeface="Limelight"/>
                <a:cs typeface="Limelight"/>
              </a:defRPr>
            </a:lvl3pPr>
            <a:lvl4pPr>
              <a:spcBef>
                <a:spcPts val="0"/>
              </a:spcBef>
              <a:spcAft>
                <a:spcPts val="0"/>
              </a:spcAft>
              <a:buClr>
                <a:schemeClr val="dk1"/>
              </a:buClr>
              <a:buSzPts val="3000"/>
              <a:buFont typeface="Limelight"/>
              <a:buNone/>
              <a:defRPr sz="3000" b="1">
                <a:solidFill>
                  <a:schemeClr val="dk1"/>
                </a:solidFill>
                <a:latin typeface="Limelight"/>
                <a:ea typeface="Limelight"/>
                <a:cs typeface="Limelight"/>
              </a:defRPr>
            </a:lvl4pPr>
            <a:lvl5pPr>
              <a:spcBef>
                <a:spcPts val="0"/>
              </a:spcBef>
              <a:spcAft>
                <a:spcPts val="0"/>
              </a:spcAft>
              <a:buClr>
                <a:schemeClr val="dk1"/>
              </a:buClr>
              <a:buSzPts val="3000"/>
              <a:buFont typeface="Limelight"/>
              <a:buNone/>
              <a:defRPr sz="3000" b="1">
                <a:solidFill>
                  <a:schemeClr val="dk1"/>
                </a:solidFill>
                <a:latin typeface="Limelight"/>
                <a:ea typeface="Limelight"/>
                <a:cs typeface="Limelight"/>
              </a:defRPr>
            </a:lvl5pPr>
            <a:lvl6pPr>
              <a:spcBef>
                <a:spcPts val="0"/>
              </a:spcBef>
              <a:spcAft>
                <a:spcPts val="0"/>
              </a:spcAft>
              <a:buClr>
                <a:schemeClr val="dk1"/>
              </a:buClr>
              <a:buSzPts val="3000"/>
              <a:buFont typeface="Limelight"/>
              <a:buNone/>
              <a:defRPr sz="3000" b="1">
                <a:solidFill>
                  <a:schemeClr val="dk1"/>
                </a:solidFill>
                <a:latin typeface="Limelight"/>
                <a:ea typeface="Limelight"/>
                <a:cs typeface="Limelight"/>
              </a:defRPr>
            </a:lvl6pPr>
            <a:lvl7pPr>
              <a:spcBef>
                <a:spcPts val="0"/>
              </a:spcBef>
              <a:spcAft>
                <a:spcPts val="0"/>
              </a:spcAft>
              <a:buClr>
                <a:schemeClr val="dk1"/>
              </a:buClr>
              <a:buSzPts val="3000"/>
              <a:buFont typeface="Limelight"/>
              <a:buNone/>
              <a:defRPr sz="3000" b="1">
                <a:solidFill>
                  <a:schemeClr val="dk1"/>
                </a:solidFill>
                <a:latin typeface="Limelight"/>
                <a:ea typeface="Limelight"/>
                <a:cs typeface="Limelight"/>
              </a:defRPr>
            </a:lvl7pPr>
            <a:lvl8pPr>
              <a:spcBef>
                <a:spcPts val="0"/>
              </a:spcBef>
              <a:spcAft>
                <a:spcPts val="0"/>
              </a:spcAft>
              <a:buClr>
                <a:schemeClr val="dk1"/>
              </a:buClr>
              <a:buSzPts val="3000"/>
              <a:buFont typeface="Limelight"/>
              <a:buNone/>
              <a:defRPr sz="3000" b="1">
                <a:solidFill>
                  <a:schemeClr val="dk1"/>
                </a:solidFill>
                <a:latin typeface="Limelight"/>
                <a:ea typeface="Limelight"/>
                <a:cs typeface="Limelight"/>
              </a:defRPr>
            </a:lvl8pPr>
            <a:lvl9pPr>
              <a:spcBef>
                <a:spcPts val="0"/>
              </a:spcBef>
              <a:spcAft>
                <a:spcPts val="0"/>
              </a:spcAft>
              <a:buClr>
                <a:schemeClr val="dk1"/>
              </a:buClr>
              <a:buSzPts val="3000"/>
              <a:buFont typeface="Limelight"/>
              <a:buNone/>
              <a:defRPr sz="3000" b="1">
                <a:solidFill>
                  <a:schemeClr val="dk1"/>
                </a:solidFill>
                <a:latin typeface="Limelight"/>
                <a:ea typeface="Limelight"/>
                <a:cs typeface="Limelight"/>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7CFDACE1-C63D-4ACA-A3E8-E923EB8BF87F}"/>
              </a:ext>
            </a:extLst>
          </p:cNvPr>
          <p:cNvSpPr>
            <a:spLocks xmlns:a="http://schemas.openxmlformats.org/drawingml/2006/main" noGrp="1"/>
          </p:cNvSpPr>
          <p:nvPr>
            <p:ph type="body" idx="1"/>
          </p:nvPr>
        </p:nvSpPr>
        <p:spPr>
          <a:xfrm xmlns:a="http://schemas.openxmlformats.org/drawingml/2006/main">
            <a:off x="713225" y="1152475"/>
            <a:ext cx="77175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nSpc>
                <a:spcPct val="100000"/>
              </a:lnSpc>
              <a:spcBef>
                <a:spcPts val="0"/>
              </a:spcBef>
              <a:spcAft>
                <a:spcPts val="0"/>
              </a:spcAft>
              <a:buClr>
                <a:schemeClr val="dk1"/>
              </a:buClr>
              <a:buSzPts val="1400"/>
              <a:buFont typeface="Courier Prime"/>
              <a:buChar char="●"/>
              <a:defRPr>
                <a:solidFill>
                  <a:schemeClr val="dk1"/>
                </a:solidFill>
                <a:latin typeface="Courier Prime"/>
                <a:ea typeface="Courier Prime"/>
                <a:cs typeface="Courier Prime"/>
              </a:defRPr>
            </a:lvl1pPr>
            <a:lvl2pPr marL="914400" indent="-317500">
              <a:lnSpc>
                <a:spcPct val="100000"/>
              </a:lnSpc>
              <a:spcBef>
                <a:spcPts val="0"/>
              </a:spcBef>
              <a:spcAft>
                <a:spcPts val="0"/>
              </a:spcAft>
              <a:buClr>
                <a:schemeClr val="dk1"/>
              </a:buClr>
              <a:buSzPts val="1400"/>
              <a:buFont typeface="Courier Prime"/>
              <a:buChar char="○"/>
              <a:defRPr>
                <a:solidFill>
                  <a:schemeClr val="dk1"/>
                </a:solidFill>
                <a:latin typeface="Courier Prime"/>
                <a:ea typeface="Courier Prime"/>
                <a:cs typeface="Courier Prime"/>
              </a:defRPr>
            </a:lvl2pPr>
            <a:lvl3pPr marL="1371600" indent="-317500">
              <a:lnSpc>
                <a:spcPct val="100000"/>
              </a:lnSpc>
              <a:spcBef>
                <a:spcPts val="0"/>
              </a:spcBef>
              <a:spcAft>
                <a:spcPts val="0"/>
              </a:spcAft>
              <a:buClr>
                <a:schemeClr val="dk1"/>
              </a:buClr>
              <a:buSzPts val="1400"/>
              <a:buFont typeface="Courier Prime"/>
              <a:buChar char="■"/>
              <a:defRPr>
                <a:solidFill>
                  <a:schemeClr val="dk1"/>
                </a:solidFill>
                <a:latin typeface="Courier Prime"/>
                <a:ea typeface="Courier Prime"/>
                <a:cs typeface="Courier Prime"/>
              </a:defRPr>
            </a:lvl3pPr>
            <a:lvl4pPr marL="1828800" indent="-317500">
              <a:lnSpc>
                <a:spcPct val="100000"/>
              </a:lnSpc>
              <a:spcBef>
                <a:spcPts val="0"/>
              </a:spcBef>
              <a:spcAft>
                <a:spcPts val="0"/>
              </a:spcAft>
              <a:buClr>
                <a:schemeClr val="dk1"/>
              </a:buClr>
              <a:buSzPts val="1400"/>
              <a:buFont typeface="Courier Prime"/>
              <a:buChar char="●"/>
              <a:defRPr>
                <a:solidFill>
                  <a:schemeClr val="dk1"/>
                </a:solidFill>
                <a:latin typeface="Courier Prime"/>
                <a:ea typeface="Courier Prime"/>
                <a:cs typeface="Courier Prime"/>
              </a:defRPr>
            </a:lvl4pPr>
            <a:lvl5pPr marL="2286000" indent="-317500">
              <a:lnSpc>
                <a:spcPct val="100000"/>
              </a:lnSpc>
              <a:spcBef>
                <a:spcPts val="0"/>
              </a:spcBef>
              <a:spcAft>
                <a:spcPts val="0"/>
              </a:spcAft>
              <a:buClr>
                <a:schemeClr val="dk1"/>
              </a:buClr>
              <a:buSzPts val="1400"/>
              <a:buFont typeface="Courier Prime"/>
              <a:buChar char="○"/>
              <a:defRPr>
                <a:solidFill>
                  <a:schemeClr val="dk1"/>
                </a:solidFill>
                <a:latin typeface="Courier Prime"/>
                <a:ea typeface="Courier Prime"/>
                <a:cs typeface="Courier Prime"/>
              </a:defRPr>
            </a:lvl5pPr>
            <a:lvl6pPr marL="2743200" indent="-317500">
              <a:lnSpc>
                <a:spcPct val="100000"/>
              </a:lnSpc>
              <a:spcBef>
                <a:spcPts val="0"/>
              </a:spcBef>
              <a:spcAft>
                <a:spcPts val="0"/>
              </a:spcAft>
              <a:buClr>
                <a:schemeClr val="dk1"/>
              </a:buClr>
              <a:buSzPts val="1400"/>
              <a:buFont typeface="Courier Prime"/>
              <a:buChar char="■"/>
              <a:defRPr>
                <a:solidFill>
                  <a:schemeClr val="dk1"/>
                </a:solidFill>
                <a:latin typeface="Courier Prime"/>
                <a:ea typeface="Courier Prime"/>
                <a:cs typeface="Courier Prime"/>
              </a:defRPr>
            </a:lvl6pPr>
            <a:lvl7pPr marL="3200400" indent="-317500">
              <a:lnSpc>
                <a:spcPct val="100000"/>
              </a:lnSpc>
              <a:spcBef>
                <a:spcPts val="0"/>
              </a:spcBef>
              <a:spcAft>
                <a:spcPts val="0"/>
              </a:spcAft>
              <a:buClr>
                <a:schemeClr val="dk1"/>
              </a:buClr>
              <a:buSzPts val="1400"/>
              <a:buFont typeface="Courier Prime"/>
              <a:buChar char="●"/>
              <a:defRPr>
                <a:solidFill>
                  <a:schemeClr val="dk1"/>
                </a:solidFill>
                <a:latin typeface="Courier Prime"/>
                <a:ea typeface="Courier Prime"/>
                <a:cs typeface="Courier Prime"/>
              </a:defRPr>
            </a:lvl7pPr>
            <a:lvl8pPr marL="3657600" indent="-317500">
              <a:lnSpc>
                <a:spcPct val="100000"/>
              </a:lnSpc>
              <a:spcBef>
                <a:spcPts val="0"/>
              </a:spcBef>
              <a:spcAft>
                <a:spcPts val="0"/>
              </a:spcAft>
              <a:buClr>
                <a:schemeClr val="dk1"/>
              </a:buClr>
              <a:buSzPts val="1400"/>
              <a:buFont typeface="Courier Prime"/>
              <a:buChar char="○"/>
              <a:defRPr>
                <a:solidFill>
                  <a:schemeClr val="dk1"/>
                </a:solidFill>
                <a:latin typeface="Courier Prime"/>
                <a:ea typeface="Courier Prime"/>
                <a:cs typeface="Courier Prime"/>
              </a:defRPr>
            </a:lvl8pPr>
            <a:lvl9pPr marL="4114800" indent="-317500">
              <a:lnSpc>
                <a:spcPct val="100000"/>
              </a:lnSpc>
              <a:spcBef>
                <a:spcPts val="0"/>
              </a:spcBef>
              <a:spcAft>
                <a:spcPts val="0"/>
              </a:spcAft>
              <a:buClr>
                <a:schemeClr val="dk1"/>
              </a:buClr>
              <a:buSzPts val="1400"/>
              <a:buFont typeface="Courier Prime"/>
              <a:buChar char="■"/>
              <a:defRPr>
                <a:solidFill>
                  <a:schemeClr val="dk1"/>
                </a:solidFill>
                <a:latin typeface="Courier Prime"/>
                <a:ea typeface="Courier Prime"/>
                <a:cs typeface="Courier Prime"/>
              </a:defRPr>
            </a:lvl9pPr>
          </a:lstStyle>
          <a:p xmlns:a="http://schemas.openxmlformats.org/drawingml/2006/main"/>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d5c5ec207a544c1"/>
    <p:sldLayoutId xmlns:r="http://schemas.openxmlformats.org/officeDocument/2006/relationships" id="2147483650" r:id="R201428428237445b"/>
    <p:sldLayoutId xmlns:r="http://schemas.openxmlformats.org/officeDocument/2006/relationships" id="2147483651" r:id="Rb4eafc2b902a440d"/>
    <p:sldLayoutId xmlns:r="http://schemas.openxmlformats.org/officeDocument/2006/relationships" id="2147483652" r:id="Ra4da051b42ee4019"/>
    <p:sldLayoutId xmlns:r="http://schemas.openxmlformats.org/officeDocument/2006/relationships" id="2147483653" r:id="R5ee1b06a379e47f4"/>
    <p:sldLayoutId xmlns:r="http://schemas.openxmlformats.org/officeDocument/2006/relationships" id="2147483654" r:id="R25cebebaf9e84b5f"/>
    <p:sldLayoutId xmlns:r="http://schemas.openxmlformats.org/officeDocument/2006/relationships" id="2147483655" r:id="R3887aeb4b3044ff8"/>
    <p:sldLayoutId xmlns:r="http://schemas.openxmlformats.org/officeDocument/2006/relationships" id="2147483656" r:id="R38df18ccd04e4f66"/>
    <p:sldLayoutId xmlns:r="http://schemas.openxmlformats.org/officeDocument/2006/relationships" id="2147483657" r:id="R642b6c5024e04b18"/>
    <p:sldLayoutId xmlns:r="http://schemas.openxmlformats.org/officeDocument/2006/relationships" id="2147483658" r:id="Re3c71bcb43b54d4f"/>
    <p:sldLayoutId xmlns:r="http://schemas.openxmlformats.org/officeDocument/2006/relationships" id="2147483659" r:id="R38205889d845471d"/>
    <p:sldLayoutId xmlns:r="http://schemas.openxmlformats.org/officeDocument/2006/relationships" id="2147483660" r:id="R30db093d8c3241b2"/>
    <p:sldLayoutId xmlns:r="http://schemas.openxmlformats.org/officeDocument/2006/relationships" id="2147483661" r:id="Rc791114943264a0e"/>
    <p:sldLayoutId xmlns:r="http://schemas.openxmlformats.org/officeDocument/2006/relationships" id="2147483662" r:id="Rf26d9acf31ef4760"/>
    <p:sldLayoutId xmlns:r="http://schemas.openxmlformats.org/officeDocument/2006/relationships" id="2147483663" r:id="R9370a10aef51446f"/>
    <p:sldLayoutId xmlns:r="http://schemas.openxmlformats.org/officeDocument/2006/relationships" id="2147483664" r:id="Rd3b30cf6334e4194"/>
    <p:sldLayoutId xmlns:r="http://schemas.openxmlformats.org/officeDocument/2006/relationships" id="2147483665" r:id="R0e93873997474288"/>
    <p:sldLayoutId xmlns:r="http://schemas.openxmlformats.org/officeDocument/2006/relationships" id="2147483666" r:id="Rd70d4ed6e1484d0b"/>
    <p:sldLayoutId xmlns:r="http://schemas.openxmlformats.org/officeDocument/2006/relationships" id="2147483667" r:id="R1862516c1909492b"/>
    <p:sldLayoutId xmlns:r="http://schemas.openxmlformats.org/officeDocument/2006/relationships" id="2147483668" r:id="R88a69737565c454d"/>
    <p:sldLayoutId xmlns:r="http://schemas.openxmlformats.org/officeDocument/2006/relationships" id="2147483669" r:id="R3fb2c73fab204b97"/>
    <p:sldLayoutId xmlns:r="http://schemas.openxmlformats.org/officeDocument/2006/relationships" id="2147483670" r:id="Rd8d63a2ea8924104"/>
    <p:sldLayoutId xmlns:r="http://schemas.openxmlformats.org/officeDocument/2006/relationships" id="2147483671" r:id="R2a4351f2b0b44f1c"/>
    <p:sldLayoutId xmlns:r="http://schemas.openxmlformats.org/officeDocument/2006/relationships" id="2147483672" r:id="Rc89eb81de98e4e14"/>
    <p:sldLayoutId xmlns:r="http://schemas.openxmlformats.org/officeDocument/2006/relationships" id="2147483673" r:id="R5e78c71a15c24393"/>
    <p:sldLayoutId xmlns:r="http://schemas.openxmlformats.org/officeDocument/2006/relationships" id="2147483674" r:id="R330332f2e8394636"/>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ioscope Minitheme by Slidesgo">
  <a:themeElements>
    <a:clrScheme name="Simple Light">
      <a:dk1>
        <a:srgbClr val="191919"/>
      </a:dk1>
      <a:lt1>
        <a:srgbClr val="FDF8EE"/>
      </a:lt1>
      <a:dk2>
        <a:srgbClr val="FF838E"/>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448ac3ef174124" /><Relationship Type="http://schemas.openxmlformats.org/officeDocument/2006/relationships/image" Target="/ppt/media/image3.png" Id="R9c9571ee0681497d" /><Relationship Type="http://schemas.openxmlformats.org/officeDocument/2006/relationships/notesSlide" Target="/ppt/notesSlides/notesSlide1.xml" Id="R1d1146bca0c347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a88f0b23f0b14307" /><Relationship Type="http://schemas.openxmlformats.org/officeDocument/2006/relationships/notesSlide" Target="/ppt/notesSlides/notesSlide2.xml" Id="R5d7f6c14b43342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8.xml" Id="R28d9acfe8f3a4bb5" /><Relationship Type="http://schemas.openxmlformats.org/officeDocument/2006/relationships/image" Target="/ppt/media/image.jpeg" Id="Rd673c926a4f649ca" /><Relationship Type="http://schemas.openxmlformats.org/officeDocument/2006/relationships/notesSlide" Target="/ppt/notesSlides/notesSlide3.xml" Id="R4c39370b123c40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3173951d86b4873" /><Relationship Type="http://schemas.openxmlformats.org/officeDocument/2006/relationships/notesSlide" Target="/ppt/notesSlides/notesSlide4.xml" Id="R521529f9a2134e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a0eb02a59a6446f9" /><Relationship Type="http://schemas.openxmlformats.org/officeDocument/2006/relationships/notesSlide" Target="/ppt/notesSlides/notesSlide5.xml" Id="R02d93bc8e19a41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d79e04735a5a4db9" /><Relationship Type="http://schemas.openxmlformats.org/officeDocument/2006/relationships/notesSlide" Target="/ppt/notesSlides/notesSlide6.xml" Id="R7ee42818da7d4c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af89b33add714112" /><Relationship Type="http://schemas.openxmlformats.org/officeDocument/2006/relationships/notesSlide" Target="/ppt/notesSlides/notesSlide7.xml" Id="Rd4d6bc472f404a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9b548787567049df" /><Relationship Type="http://schemas.openxmlformats.org/officeDocument/2006/relationships/notesSlide" Target="/ppt/notesSlides/notesSlide8.xml" Id="R72524fe13d0541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cd2d6cbf6f0b4fc6" /><Relationship Type="http://schemas.openxmlformats.org/officeDocument/2006/relationships/notesSlide" Target="/ppt/notesSlides/notesSlide9.xml" Id="R5a348837757749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e2301ff14984e13" /><Relationship Type="http://schemas.openxmlformats.org/officeDocument/2006/relationships/notesSlide" Target="/ppt/notesSlides/notesSlide10.xml" Id="R0f3ea6f86b844f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6458f2885d14e7b" /><Relationship Type="http://schemas.openxmlformats.org/officeDocument/2006/relationships/notesSlide" Target="/ppt/notesSlides/notesSlide11.xml" Id="Rf23cf85ca6f34a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b694e94a7094197" /><Relationship Type="http://schemas.openxmlformats.org/officeDocument/2006/relationships/notesSlide" Target="/ppt/notesSlides/notesSlide12.xml" Id="R7ceadb8f5a414d7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09c328ff7114f81" /><Relationship Type="http://schemas.openxmlformats.org/officeDocument/2006/relationships/notesSlide" Target="/ppt/notesSlides/notesSlide13.xml" Id="R5ba3d3693c2e48b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1aea3722cec4f17" /><Relationship Type="http://schemas.openxmlformats.org/officeDocument/2006/relationships/chart" Target="/ppt/slides/charts/chart1.xml" Id="Rc3cf562a580d487f" /><Relationship Type="http://schemas.openxmlformats.org/officeDocument/2006/relationships/notesSlide" Target="/ppt/notesSlides/notesSlide14.xml" Id="R96df5e938f9c4d7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cd9973d7ee234677" /><Relationship Type="http://schemas.openxmlformats.org/officeDocument/2006/relationships/notesSlide" Target="/ppt/notesSlides/notesSlide15.xml" Id="R5b1d572e5cae42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0.xml" Id="Re9c45c5bde314582" /><Relationship Type="http://schemas.openxmlformats.org/officeDocument/2006/relationships/notesSlide" Target="/ppt/notesSlides/notesSlide16.xml" Id="R2ab3deb8cd7f4ec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1.xml" Id="R7887fcb0849744e4" /><Relationship Type="http://schemas.openxmlformats.org/officeDocument/2006/relationships/notesSlide" Target="/ppt/notesSlides/notesSlide17.xml" Id="R48cc30a56e99475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6.xml" Id="Rbc82d5779cbd406d" /><Relationship Type="http://schemas.openxmlformats.org/officeDocument/2006/relationships/notesSlide" Target="/ppt/notesSlides/notesSlide18.xml" Id="Rda2ca16f94114bc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5.xml" Id="Rc251617090994767" /><Relationship Type="http://schemas.openxmlformats.org/officeDocument/2006/relationships/image" Target="/ppt/media/image4.png" Id="R0ef77d36860a447a" /><Relationship Type="http://schemas.openxmlformats.org/officeDocument/2006/relationships/image" Target="/ppt/media/image.svg" Id="R7856bfe9bc624173" /><Relationship Type="http://schemas.openxmlformats.org/officeDocument/2006/relationships/notesSlide" Target="/ppt/notesSlides/notesSlide19.xml" Id="R93228e1fb34045d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4.xml" Id="Rbcafe694455b477a" /><Relationship Type="http://schemas.openxmlformats.org/officeDocument/2006/relationships/notesSlide" Target="/ppt/notesSlides/notesSlide20.xml" Id="R0587c7ee0f174db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9.xml" Id="Rbf3f1d754f9c4336" /><Relationship Type="http://schemas.openxmlformats.org/officeDocument/2006/relationships/image" Target="/ppt/media/image5.png" Id="R236d6f2241a547a6" /><Relationship Type="http://schemas.openxmlformats.org/officeDocument/2006/relationships/notesSlide" Target="/ppt/notesSlides/notesSlide21.xml" Id="Rd21405b9b18f45f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3.xml" Id="R0800ad7a1c7f4cf7" /><Relationship Type="http://schemas.openxmlformats.org/officeDocument/2006/relationships/image" Target="/ppt/media/image6.png" Id="R75ffafe977e847a6" /><Relationship Type="http://schemas.openxmlformats.org/officeDocument/2006/relationships/notesSlide" Target="/ppt/notesSlides/notesSlide22.xml" Id="R3b20bf3a21124a5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4.xml" Id="R586840f38270420b" /><Relationship Type="http://schemas.openxmlformats.org/officeDocument/2006/relationships/notesSlide" Target="/ppt/notesSlides/notesSlide23.xml" Id="R08404a60de964cd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0.xml" Id="Re3c41f5b76ee4ede" /><Relationship Type="http://schemas.openxmlformats.org/officeDocument/2006/relationships/chart" Target="/ppt/slides/charts/chart2.xml" Id="R2da6dbd4af2e49ef" /><Relationship Type="http://schemas.openxmlformats.org/officeDocument/2006/relationships/notesSlide" Target="/ppt/notesSlides/notesSlide24.xml" Id="R46eec1cfce3543d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2.xml" Id="R38a5702423df4b61" /><Relationship Type="http://schemas.openxmlformats.org/officeDocument/2006/relationships/notesSlide" Target="/ppt/notesSlides/notesSlide25.xml" Id="R855d1e69cbeb4a1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9.xml" Id="Rb657a86da241403f" /><Relationship Type="http://schemas.openxmlformats.org/officeDocument/2006/relationships/notesSlide" Target="/ppt/notesSlides/notesSlide26.xml" Id="R3b3c050b17ed47d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3.xml" Id="R18bce6c8c0a04516" /><Relationship Type="http://schemas.openxmlformats.org/officeDocument/2006/relationships/image" Target="/ppt/media/image7.png" Id="R885c198accb447d0" /><Relationship Type="http://schemas.openxmlformats.org/officeDocument/2006/relationships/notesSlide" Target="/ppt/notesSlides/notesSlide27.xml" Id="R6e7997af046b41c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Movie entities</c:v>
          </c:tx>
          <c:spPr>
            <a:solidFill xmlns:a="http://schemas.openxmlformats.org/drawingml/2006/main">
              <a:srgbClr val="CF6B77"/>
            </a:solidFill>
          </c:spPr>
          <c:invertIfNegative val="0"/>
          <c:cat>
            <c:strRef>
              <c:f>'Chart Data'!$A$2:$A$7</c:f>
              <c:strCache>
                <c:ptCount val="6"/>
                <c:pt idx="0">
                  <c:v>1970s</c:v>
                </c:pt>
                <c:pt idx="1">
                  <c:v>1980s</c:v>
                </c:pt>
                <c:pt idx="2">
                  <c:v>1990s</c:v>
                </c:pt>
                <c:pt idx="3">
                  <c:v>2000s</c:v>
                </c:pt>
                <c:pt idx="4">
                  <c:v>2010s</c:v>
                </c:pt>
                <c:pt idx="5">
                  <c:v>2020s</c:v>
                </c:pt>
              </c:strCache>
            </c:strRef>
          </c:cat>
          <c:val>
            <c:numRef>
              <c:f>'Chart Data'!$B$2:$B$7</c:f>
              <c:numCache>
                <c:formatCode>0</c:formatCode>
                <c:ptCount val="6"/>
                <c:pt idx="0">
                  <c:v>966</c:v>
                </c:pt>
                <c:pt idx="1">
                  <c:v>1172</c:v>
                </c:pt>
                <c:pt idx="2">
                  <c:v>1189</c:v>
                </c:pt>
                <c:pt idx="3">
                  <c:v>1514</c:v>
                </c:pt>
                <c:pt idx="4">
                  <c:v>2486</c:v>
                </c:pt>
                <c:pt idx="5">
                  <c:v>2182</c:v>
                </c:pt>
              </c:numCache>
            </c:numRef>
          </c:val>
        </c:ser>
        <c:dLbls>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spPr>
        <a:solidFill xmlns:a="http://schemas.openxmlformats.org/drawingml/2006/main">
          <a:srgbClr val="FDF8EE"/>
        </a:solidFill>
      </c:spPr>
    </c:plotArea>
    <c:plotVisOnly val="1"/>
  </c:chart>
  <c:spPr>
    <a:solidFill xmlns:a="http://schemas.openxmlformats.org/drawingml/2006/main">
      <a:srgbClr val="FDF8EE"/>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Filming</c:v>
          </c:tx>
          <c:spPr>
            <a:solidFill xmlns:a="http://schemas.openxmlformats.org/drawingml/2006/main">
              <a:srgbClr val="CE7681"/>
            </a:solidFill>
          </c:spPr>
          <c:invertIfNegative val="0"/>
          <c:cat>
            <c:strRef>
              <c:f>'Chart Data'!$A$2:$A$4</c:f>
              <c:strCache>
                <c:ptCount val="3"/>
                <c:pt idx="0">
                  <c:v>Mumbai</c:v>
                </c:pt>
                <c:pt idx="1">
                  <c:v>Delhi</c:v>
                </c:pt>
                <c:pt idx="2">
                  <c:v>London</c:v>
                </c:pt>
              </c:strCache>
            </c:strRef>
          </c:cat>
          <c:val>
            <c:numRef>
              <c:f>'Chart Data'!$B$2:$B$4</c:f>
              <c:numCache>
                <c:formatCode>0</c:formatCode>
                <c:ptCount val="3"/>
                <c:pt idx="0">
                  <c:v>175</c:v>
                </c:pt>
                <c:pt idx="1">
                  <c:v>59</c:v>
                </c:pt>
                <c:pt idx="2">
                  <c:v>48</c:v>
                </c:pt>
              </c:numCache>
            </c:numRef>
          </c:val>
        </c:ser>
        <c:ser>
          <c:idx val="1"/>
          <c:order val="1"/>
          <c:tx>
            <c:v>Narrative</c:v>
          </c:tx>
          <c:spPr>
            <a:solidFill xmlns:a="http://schemas.openxmlformats.org/drawingml/2006/main">
              <a:srgbClr val="475569"/>
            </a:solidFill>
          </c:spPr>
          <c:invertIfNegative val="0"/>
          <c:cat>
            <c:strRef>
              <c:f>'Chart Data'!$C$2:$C$4</c:f>
              <c:strCache>
                <c:ptCount val="3"/>
                <c:pt idx="0">
                  <c:v>Mumbai</c:v>
                </c:pt>
                <c:pt idx="1">
                  <c:v>Delhi</c:v>
                </c:pt>
                <c:pt idx="2">
                  <c:v>London</c:v>
                </c:pt>
              </c:strCache>
            </c:strRef>
          </c:cat>
          <c:val>
            <c:numRef>
              <c:f>'Chart Data'!$D$2:$D$4</c:f>
              <c:numCache>
                <c:formatCode>0</c:formatCode>
                <c:ptCount val="3"/>
                <c:pt idx="0">
                  <c:v>129</c:v>
                </c:pt>
                <c:pt idx="1">
                  <c:v>57</c:v>
                </c:pt>
                <c:pt idx="2">
                  <c:v>35</c:v>
                </c:pt>
              </c:numCache>
            </c:numRef>
          </c:val>
        </c:ser>
        <c:dLbls>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spPr>
        <a:solidFill xmlns:a="http://schemas.openxmlformats.org/drawingml/2006/main">
          <a:srgbClr val="FDF8EE"/>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DF8EE"/>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8" name="Google Shape;188;p28">
            <a:extLst xmlns:a="http://schemas.openxmlformats.org/drawingml/2006/main">
              <a:ext uri="{FF2B5EF4-FFF2-40B4-BE49-F238E27FC236}">
                <a16:creationId xmlns:a16="http://schemas.microsoft.com/office/drawing/2014/main" id="{38A21585-4542-4931-8508-AAAEF0D04617}"/>
              </a:ext>
            </a:extLst>
          </p:cNvPr>
          <p:cNvPicPr>
            <a:picLocks xmlns:a="http://schemas.openxmlformats.org/drawingml/2006/main" noChangeAspect="1"/>
          </p:cNvPicPr>
          <p:nvPr/>
        </p:nvPicPr>
        <p:blipFill>
          <a:blip xmlns:r="http://schemas.openxmlformats.org/officeDocument/2006/relationships" xmlns:a="http://schemas.openxmlformats.org/drawingml/2006/main" r:embed="R9c9571ee0681497d">
            <a:alphaModFix/>
          </a:blip>
          <a:stretch xmlns:a="http://schemas.openxmlformats.org/drawingml/2006/main">
            <a:fillRect l="0" t="0" r="0" b="0"/>
          </a:stretch>
        </p:blipFill>
        <p:spPr>
          <a:xfrm xmlns:a="http://schemas.openxmlformats.org/drawingml/2006/main">
            <a:off x="6542482" y="2031210"/>
            <a:ext cx="2770876" cy="2863910"/>
          </a:xfrm>
          <a:prstGeom xmlns:a="http://schemas.openxmlformats.org/drawingml/2006/main" prst="rect">
            <a:avLst/>
          </a:prstGeom>
          <a:ln xmlns:a="http://schemas.openxmlformats.org/drawingml/2006/main">
            <a:noFill/>
          </a:ln>
        </p:spPr>
      </p:pic>
      <p:sp>
        <p:nvSpPr>
          <p:cNvPr id="189" name="title">
            <a:extLst xmlns:a="http://schemas.openxmlformats.org/drawingml/2006/main">
              <a:ext uri="{FF2B5EF4-FFF2-40B4-BE49-F238E27FC236}">
                <a16:creationId xmlns:a16="http://schemas.microsoft.com/office/drawing/2014/main" id="{3D5A7E4E-1C5F-431A-BB2B-8D2D5D9B7F93}"/>
              </a:ext>
            </a:extLst>
          </p:cNvPr>
          <p:cNvSpPr>
            <a:spLocks xmlns:a="http://schemas.openxmlformats.org/drawingml/2006/main" noGrp="1"/>
          </p:cNvSpPr>
          <p:nvPr/>
        </p:nvSpPr>
        <p:spPr>
          <a:xfrm xmlns:a="http://schemas.openxmlformats.org/drawingml/2006/main">
            <a:off x="619125" y="1047750"/>
            <a:ext cx="5524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5550" b="1">
                <a:solidFill>
                  <a:srgbClr val="191919"/>
                </a:solidFill>
              </a:defRPr>
            </a:defPPr>
          </a:lstStyle>
          <a:p xmlns:a="http://schemas.openxmlformats.org/drawingml/2006/main">
            <a:pPr algn="l">
              <a:defRPr sz="5550" b="1">
                <a:solidFill>
                  <a:srgbClr val="191919"/>
                </a:solidFill>
              </a:defRPr>
            </a:pPr>
            <a:r>
              <a:rPr sz="5550" b="1">
                <a:solidFill>
                  <a:srgbClr val="191919"/>
                </a:solidFill>
              </a:rPr>
              <a:t>Good Will Mapping</a:t>
            </a:r>
          </a:p>
        </p:txBody>
      </p:sp>
      <p:sp>
        <p:nvSpPr>
          <p:cNvPr id="190" name="body">
            <a:extLst xmlns:a="http://schemas.openxmlformats.org/drawingml/2006/main">
              <a:ext uri="{FF2B5EF4-FFF2-40B4-BE49-F238E27FC236}">
                <a16:creationId xmlns:a16="http://schemas.microsoft.com/office/drawing/2014/main" id="{E2E8D649-91B8-42D2-BBC1-C1EDC5C7DF2A}"/>
              </a:ext>
            </a:extLst>
          </p:cNvPr>
          <p:cNvSpPr>
            <a:spLocks xmlns:a="http://schemas.openxmlformats.org/drawingml/2006/main" noGrp="1"/>
          </p:cNvSpPr>
          <p:nvPr/>
        </p:nvSpPr>
        <p:spPr>
          <a:xfrm xmlns:a="http://schemas.openxmlformats.org/drawingml/2006/main">
            <a:off x="619125" y="2876550"/>
            <a:ext cx="5143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191919"/>
                </a:solidFill>
              </a:defRPr>
            </a:defPPr>
          </a:lstStyle>
          <a:p xmlns:a="http://schemas.openxmlformats.org/drawingml/2006/main">
            <a:pPr algn="l">
              <a:defRPr sz="1800" b="0">
                <a:solidFill>
                  <a:srgbClr val="191919"/>
                </a:solidFill>
              </a:defRPr>
            </a:pPr>
            <a:r>
              <a:rPr sz="1800" b="0">
                <a:solidFill>
                  <a:srgbClr val="191919"/>
                </a:solidFill>
              </a:rPr>
              <a:t>Geospatial knowledge graph of Indian cinema</a:t>
            </a:r>
          </a:p>
          <a:p xmlns:a="http://schemas.openxmlformats.org/drawingml/2006/main">
            <a:pPr algn="l">
              <a:defRPr sz="1800" b="0">
                <a:solidFill>
                  <a:srgbClr val="191919"/>
                </a:solidFill>
              </a:defRPr>
            </a:pPr>
            <a:r>
              <a:rPr sz="1800" b="0">
                <a:solidFill>
                  <a:srgbClr val="191919"/>
                </a:solidFill>
              </a:rPr>
              <a:t>Mid evaluation · 14 October 2026</a:t>
            </a:r>
          </a:p>
        </p:txBody>
      </p:sp>
    </p:spTree>
    <p:extLst>
      <p:ext uri="{BB962C8B-B14F-4D97-AF65-F5344CB8AC3E}">
        <p14:creationId xmlns:p14="http://schemas.microsoft.com/office/powerpoint/2010/main" val="139828269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0D271C-A788-407A-98CC-709DE05AA2F3}"/>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Team</a:t>
            </a:r>
          </a:p>
        </p:txBody>
      </p:sp>
      <p:graphicFrame>
        <p:nvGraphicFramePr>
          <p:cNvPr id="2" name="">
            <a:extLst xmlns:a="http://schemas.openxmlformats.org/drawingml/2006/main">
              <a:ext uri="{FF2B5EF4-FFF2-40B4-BE49-F238E27FC236}">
                <a16:creationId xmlns:a16="http://schemas.microsoft.com/office/drawing/2014/main" id="{1A6C30DA-4CE4-41BD-8DFD-2664394D7CEF}"/>
              </a:ext>
            </a:extLst>
          </p:cNvPr>
          <p:cNvGraphicFramePr/>
          <p:nvPr/>
        </p:nvGraphicFramePr>
        <p:xfrm>
          <a:off xmlns:a="http://schemas.openxmlformats.org/drawingml/2006/main" x="571500" y="1238250"/>
          <a:ext xmlns:a="http://schemas.openxmlformats.org/drawingml/2006/main" cx="7620000" cy="2743200"/>
        </p:xfrm>
        <a:graphic xmlns:a="http://schemas.openxmlformats.org/drawingml/2006/main">
          <a:graphicData uri="http://schemas.openxmlformats.org/drawingml/2006/table">
            <a:tbl>
              <a:tblPr/>
              <a:tblGrid>
                <a:gridCol w="3810000"/>
                <a:gridCol w="3810000"/>
              </a:tblGrid>
              <a:tr h="457200">
                <a:tc>
                  <a:txBody>
                    <a:bodyPr/>
                    <a:lstStyle/>
                    <a:p>
                      <a:pPr algn="l"/>
                      <a:r>
                        <a:rPr sz="1725" b="1">
                          <a:solidFill>
                            <a:srgbClr val="191919"/>
                          </a:solidFill>
                        </a:rPr>
                        <a:t>Name</a:t>
                      </a:r>
                    </a:p>
                  </a:txBody>
                  <a:tcPr marL="91440" marR="91440" marT="45720" marB="45720" anchor="ctr">
                    <a:lnL w="6668">
                      <a:solidFill>
                        <a:srgbClr val="BCB6AA"/>
                      </a:solidFill>
                      <a:prstDash val="solid"/>
                    </a:lnL>
                    <a:lnR w="6668">
                      <a:solidFill>
                        <a:srgbClr val="BCB6AA"/>
                      </a:solidFill>
                      <a:prstDash val="solid"/>
                    </a:lnR>
                    <a:lnT w="6668">
                      <a:solidFill>
                        <a:srgbClr val="BCB6AA"/>
                      </a:solidFill>
                      <a:prstDash val="solid"/>
                    </a:lnT>
                    <a:lnB w="6668">
                      <a:solidFill>
                        <a:srgbClr val="BCB6AA"/>
                      </a:solidFill>
                      <a:prstDash val="solid"/>
                    </a:lnB>
                    <a:solidFill>
                      <a:srgbClr val="FFD2D7"/>
                    </a:solidFill>
                  </a:tcPr>
                </a:tc>
                <a:tc>
                  <a:txBody>
                    <a:bodyPr/>
                    <a:lstStyle/>
                    <a:p>
                      <a:pPr algn="l"/>
                      <a:r>
                        <a:rPr sz="1725" b="1">
                          <a:solidFill>
                            <a:srgbClr val="191919"/>
                          </a:solidFill>
                        </a:rPr>
                        <a:t>Student ID</a:t>
                      </a:r>
                    </a:p>
                  </a:txBody>
                  <a:tcPr marL="91440" marR="91440" marT="45720" marB="45720" anchor="ctr">
                    <a:lnR w="6668">
                      <a:solidFill>
                        <a:srgbClr val="BCB6AA"/>
                      </a:solidFill>
                      <a:prstDash val="solid"/>
                    </a:lnR>
                    <a:lnT w="6668">
                      <a:solidFill>
                        <a:srgbClr val="BCB6AA"/>
                      </a:solidFill>
                      <a:prstDash val="solid"/>
                    </a:lnT>
                    <a:lnB w="6668">
                      <a:solidFill>
                        <a:srgbClr val="BCB6AA"/>
                      </a:solidFill>
                      <a:prstDash val="solid"/>
                    </a:lnB>
                    <a:solidFill>
                      <a:srgbClr val="FFD2D7"/>
                    </a:solidFill>
                  </a:tcPr>
                </a:tc>
              </a:tr>
              <a:tr h="457200">
                <a:tc>
                  <a:txBody>
                    <a:bodyPr/>
                    <a:lstStyle/>
                    <a:p>
                      <a:pPr algn="l"/>
                      <a:r>
                        <a:rPr sz="1725" b="0">
                          <a:solidFill>
                            <a:srgbClr val="191919"/>
                          </a:solidFill>
                        </a:rPr>
                        <a:t>Vardaan Goel</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2025117001</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57200">
                <a:tc>
                  <a:txBody>
                    <a:bodyPr/>
                    <a:lstStyle/>
                    <a:p>
                      <a:pPr algn="l"/>
                      <a:r>
                        <a:rPr sz="1725" b="0">
                          <a:solidFill>
                            <a:srgbClr val="191919"/>
                          </a:solidFill>
                        </a:rPr>
                        <a:t>Vanshrajsinh Chauhan</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2025117003</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57200">
                <a:tc>
                  <a:txBody>
                    <a:bodyPr/>
                    <a:lstStyle/>
                    <a:p>
                      <a:pPr algn="l"/>
                      <a:r>
                        <a:rPr sz="1725" b="0">
                          <a:solidFill>
                            <a:srgbClr val="191919"/>
                          </a:solidFill>
                        </a:rPr>
                        <a:t>Soubhagya Ranjan Biswal</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2025117010</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57200">
                <a:tc>
                  <a:txBody>
                    <a:bodyPr/>
                    <a:lstStyle/>
                    <a:p>
                      <a:pPr algn="l"/>
                      <a:r>
                        <a:rPr sz="1725" b="0">
                          <a:solidFill>
                            <a:srgbClr val="191919"/>
                          </a:solidFill>
                        </a:rPr>
                        <a:t>Satyendhran L</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2025117006</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57200">
                <a:tc>
                  <a:txBody>
                    <a:bodyPr/>
                    <a:lstStyle/>
                    <a:p>
                      <a:pPr algn="l"/>
                      <a:r>
                        <a:rPr sz="1725" b="0">
                          <a:solidFill>
                            <a:srgbClr val="191919"/>
                          </a:solidFill>
                        </a:rPr>
                        <a:t>Abhinav PV</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2025121015</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bl>
          </a:graphicData>
        </a:graphic>
      </p:graphicFrame>
    </p:spTree>
    <p:extLst>
      <p:ext uri="{BB962C8B-B14F-4D97-AF65-F5344CB8AC3E}">
        <p14:creationId xmlns:p14="http://schemas.microsoft.com/office/powerpoint/2010/main" val="15976025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02" name="Google Shape;202;p30">
            <a:extLst xmlns:a="http://schemas.openxmlformats.org/drawingml/2006/main">
              <a:ext uri="{FF2B5EF4-FFF2-40B4-BE49-F238E27FC236}">
                <a16:creationId xmlns:a16="http://schemas.microsoft.com/office/drawing/2014/main" id="{02788662-4574-4651-87B0-8F8F0823B36E}"/>
              </a:ext>
            </a:extLst>
          </p:cNvPr>
          <p:cNvPicPr>
            <a:picLocks xmlns:a="http://schemas.openxmlformats.org/drawingml/2006/main" noChangeAspect="1"/>
          </p:cNvPicPr>
          <p:nvPr/>
        </p:nvPicPr>
        <p:blipFill>
          <a:blip xmlns:r="http://schemas.openxmlformats.org/officeDocument/2006/relationships" xmlns:a="http://schemas.openxmlformats.org/drawingml/2006/main" r:embed="Rd673c926a4f649ca">
            <a:alphaModFix/>
          </a:blip>
          <a:stretch xmlns:a="http://schemas.openxmlformats.org/drawingml/2006/main">
            <a:fillRect l="0" t="0" r="0" b="0"/>
          </a:stretch>
        </p:blipFill>
        <p:spPr>
          <a:xfrm xmlns:a="http://schemas.openxmlformats.org/drawingml/2006/main">
            <a:off x="5584375" y="460275"/>
            <a:ext cx="2569025" cy="3686601"/>
          </a:xfrm>
          <a:prstGeom xmlns:a="http://schemas.openxmlformats.org/drawingml/2006/main" prst="rect">
            <a:avLst/>
          </a:prstGeom>
          <a:ln xmlns:a="http://schemas.openxmlformats.org/drawingml/2006/main">
            <a:noFill/>
          </a:ln>
        </p:spPr>
      </p:pic>
      <p:sp>
        <p:nvSpPr>
          <p:cNvPr id="203" name="title">
            <a:extLst xmlns:a="http://schemas.openxmlformats.org/drawingml/2006/main">
              <a:ext uri="{FF2B5EF4-FFF2-40B4-BE49-F238E27FC236}">
                <a16:creationId xmlns:a16="http://schemas.microsoft.com/office/drawing/2014/main" id="{C7CA667C-0189-42E8-823D-230B02B6DA37}"/>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Project scope</a:t>
            </a:r>
          </a:p>
        </p:txBody>
      </p:sp>
      <p:sp>
        <p:nvSpPr>
          <p:cNvPr id="204" name="body">
            <a:extLst xmlns:a="http://schemas.openxmlformats.org/drawingml/2006/main">
              <a:ext uri="{FF2B5EF4-FFF2-40B4-BE49-F238E27FC236}">
                <a16:creationId xmlns:a16="http://schemas.microsoft.com/office/drawing/2014/main" id="{5131A644-3AAB-4C32-A558-006792A21F33}"/>
              </a:ext>
            </a:extLst>
          </p:cNvPr>
          <p:cNvSpPr>
            <a:spLocks xmlns:a="http://schemas.openxmlformats.org/drawingml/2006/main" noGrp="1"/>
          </p:cNvSpPr>
          <p:nvPr/>
        </p:nvSpPr>
        <p:spPr>
          <a:xfrm xmlns:a="http://schemas.openxmlformats.org/drawingml/2006/main">
            <a:off x="571500" y="1285875"/>
            <a:ext cx="45720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191919"/>
                </a:solidFill>
              </a:defRPr>
            </a:defPPr>
          </a:lstStyle>
          <a:p xmlns:a="http://schemas.openxmlformats.org/drawingml/2006/main">
            <a:pPr algn="l">
              <a:defRPr sz="1800" b="0">
                <a:solidFill>
                  <a:srgbClr val="191919"/>
                </a:solidFill>
              </a:defRPr>
            </a:pPr>
            <a:r>
              <a:rPr sz="1800" b="0">
                <a:solidFill>
                  <a:srgbClr val="191919"/>
                </a:solidFill>
              </a:rPr>
              <a:t>Connect films, songs, credited people, characters, places and heritage sites.</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Study geographic associations across the supplied 1970–2025 film corpus.</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Keep the source evidence behind every accepted relationship.</a:t>
            </a:r>
          </a:p>
        </p:txBody>
      </p:sp>
    </p:spTree>
    <p:extLst>
      <p:ext uri="{BB962C8B-B14F-4D97-AF65-F5344CB8AC3E}">
        <p14:creationId xmlns:p14="http://schemas.microsoft.com/office/powerpoint/2010/main" val="185042672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2DF769-2E47-44FE-8A86-249334216DB4}"/>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solidFill xmlns:a="http://schemas.openxmlformats.org/drawingml/2006/main">
            <a:srgbClr val="FDF8EE"/>
          </a:solidFill>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Cinema geography</a:t>
            </a:r>
          </a:p>
        </p:txBody>
      </p:sp>
      <p:sp>
        <p:nvSpPr>
          <p:cNvPr id="2" name="body">
            <a:extLst xmlns:a="http://schemas.openxmlformats.org/drawingml/2006/main">
              <a:ext uri="{FF2B5EF4-FFF2-40B4-BE49-F238E27FC236}">
                <a16:creationId xmlns:a16="http://schemas.microsoft.com/office/drawing/2014/main" id="{03C9FC37-B17C-4573-898C-22F5BC0DB2A7}"/>
              </a:ext>
            </a:extLst>
          </p:cNvPr>
          <p:cNvSpPr>
            <a:spLocks xmlns:a="http://schemas.openxmlformats.org/drawingml/2006/main" noGrp="1"/>
          </p:cNvSpPr>
          <p:nvPr/>
        </p:nvSpPr>
        <p:spPr>
          <a:xfrm xmlns:a="http://schemas.openxmlformats.org/drawingml/2006/main">
            <a:off x="571500" y="1285875"/>
            <a:ext cx="7667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191919"/>
                </a:solidFill>
              </a:defRPr>
            </a:defPPr>
          </a:lstStyle>
          <a:p xmlns:a="http://schemas.openxmlformats.org/drawingml/2006/main">
            <a:pPr algn="l">
              <a:defRPr sz="1800" b="0">
                <a:solidFill>
                  <a:srgbClr val="191919"/>
                </a:solidFill>
              </a:defRPr>
            </a:pPr>
            <a:r>
              <a:rPr sz="1800" b="0">
                <a:solidFill>
                  <a:srgbClr val="191919"/>
                </a:solidFill>
              </a:rPr>
              <a:t>A film can link an audience to a real place, a story setting or a depicted heritage site.</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Those links support research and tourism discovery when the evidence and spatial scope are explicit.</a:t>
            </a:r>
          </a:p>
        </p:txBody>
      </p:sp>
    </p:spTree>
    <p:extLst>
      <p:ext uri="{BB962C8B-B14F-4D97-AF65-F5344CB8AC3E}">
        <p14:creationId xmlns:p14="http://schemas.microsoft.com/office/powerpoint/2010/main" val="38872240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6AC839-F1EE-4C46-B9B7-A185DABB34CE}"/>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Filming and story settings</a:t>
            </a:r>
          </a:p>
        </p:txBody>
      </p:sp>
      <p:graphicFrame>
        <p:nvGraphicFramePr>
          <p:cNvPr id="2" name="">
            <a:extLst xmlns:a="http://schemas.openxmlformats.org/drawingml/2006/main">
              <a:ext uri="{FF2B5EF4-FFF2-40B4-BE49-F238E27FC236}">
                <a16:creationId xmlns:a16="http://schemas.microsoft.com/office/drawing/2014/main" id="{23C120E4-3EDE-4E07-AE70-9E561DABAEE2}"/>
              </a:ext>
            </a:extLst>
          </p:cNvPr>
          <p:cNvGraphicFramePr/>
          <p:nvPr/>
        </p:nvGraphicFramePr>
        <p:xfrm>
          <a:off xmlns:a="http://schemas.openxmlformats.org/drawingml/2006/main" x="571500" y="1238250"/>
          <a:ext xmlns:a="http://schemas.openxmlformats.org/drawingml/2006/main" cx="7620000" cy="2286000"/>
        </p:xfrm>
        <a:graphic xmlns:a="http://schemas.openxmlformats.org/drawingml/2006/main">
          <a:graphicData uri="http://schemas.openxmlformats.org/drawingml/2006/table">
            <a:tbl>
              <a:tblPr/>
              <a:tblGrid>
                <a:gridCol w="3810000"/>
                <a:gridCol w="3810000"/>
              </a:tblGrid>
              <a:tr h="457200">
                <a:tc>
                  <a:txBody>
                    <a:bodyPr/>
                    <a:lstStyle/>
                    <a:p>
                      <a:pPr algn="l"/>
                      <a:r>
                        <a:rPr sz="1725" b="1">
                          <a:solidFill>
                            <a:srgbClr val="191919"/>
                          </a:solidFill>
                        </a:rPr>
                        <a:t>Relationship</a:t>
                      </a:r>
                    </a:p>
                  </a:txBody>
                  <a:tcPr marL="91440" marR="91440" marT="45720" marB="45720" anchor="ctr">
                    <a:lnL w="6668">
                      <a:solidFill>
                        <a:srgbClr val="BCB6AA"/>
                      </a:solidFill>
                      <a:prstDash val="solid"/>
                    </a:lnL>
                    <a:lnR w="6668">
                      <a:solidFill>
                        <a:srgbClr val="BCB6AA"/>
                      </a:solidFill>
                      <a:prstDash val="solid"/>
                    </a:lnR>
                    <a:lnT w="6668">
                      <a:solidFill>
                        <a:srgbClr val="BCB6AA"/>
                      </a:solidFill>
                      <a:prstDash val="solid"/>
                    </a:lnT>
                    <a:lnB w="6668">
                      <a:solidFill>
                        <a:srgbClr val="BCB6AA"/>
                      </a:solidFill>
                      <a:prstDash val="solid"/>
                    </a:lnB>
                    <a:solidFill>
                      <a:srgbClr val="FFD2D7"/>
                    </a:solidFill>
                  </a:tcPr>
                </a:tc>
                <a:tc>
                  <a:txBody>
                    <a:bodyPr/>
                    <a:lstStyle/>
                    <a:p>
                      <a:pPr algn="l"/>
                      <a:r>
                        <a:rPr sz="1725" b="1">
                          <a:solidFill>
                            <a:srgbClr val="191919"/>
                          </a:solidFill>
                        </a:rPr>
                        <a:t>Meaning</a:t>
                      </a:r>
                    </a:p>
                  </a:txBody>
                  <a:tcPr marL="91440" marR="91440" marT="45720" marB="45720" anchor="ctr">
                    <a:lnR w="6668">
                      <a:solidFill>
                        <a:srgbClr val="BCB6AA"/>
                      </a:solidFill>
                      <a:prstDash val="solid"/>
                    </a:lnR>
                    <a:lnT w="6668">
                      <a:solidFill>
                        <a:srgbClr val="BCB6AA"/>
                      </a:solidFill>
                      <a:prstDash val="solid"/>
                    </a:lnT>
                    <a:lnB w="6668">
                      <a:solidFill>
                        <a:srgbClr val="BCB6AA"/>
                      </a:solidFill>
                      <a:prstDash val="solid"/>
                    </a:lnB>
                    <a:solidFill>
                      <a:srgbClr val="FFD2D7"/>
                    </a:solidFill>
                  </a:tcPr>
                </a:tc>
              </a:tr>
              <a:tr h="457200">
                <a:tc>
                  <a:txBody>
                    <a:bodyPr/>
                    <a:lstStyle/>
                    <a:p>
                      <a:pPr algn="l"/>
                      <a:r>
                        <a:rPr sz="1725" b="0">
                          <a:solidFill>
                            <a:srgbClr val="191919"/>
                          </a:solidFill>
                        </a:rPr>
                        <a:t>filmedAt</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The source identifies a production location</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57200">
                <a:tc>
                  <a:txBody>
                    <a:bodyPr/>
                    <a:lstStyle/>
                    <a:p>
                      <a:pPr algn="l"/>
                      <a:r>
                        <a:rPr sz="1725" b="0">
                          <a:solidFill>
                            <a:srgbClr val="191919"/>
                          </a:solidFill>
                        </a:rPr>
                        <a:t>setIn</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The source identifies a narrative setting</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57200">
                <a:tc>
                  <a:txBody>
                    <a:bodyPr/>
                    <a:lstStyle/>
                    <a:p>
                      <a:pPr algn="l"/>
                      <a:r>
                        <a:rPr sz="1725" b="0">
                          <a:solidFill>
                            <a:srgbClr val="191919"/>
                          </a:solidFill>
                        </a:rPr>
                        <a:t>inFilm</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A song belongs to a film</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57200">
                <a:tc>
                  <a:txBody>
                    <a:bodyPr/>
                    <a:lstStyle/>
                    <a:p>
                      <a:pPr algn="l"/>
                      <a:r>
                        <a:rPr sz="1725" b="0">
                          <a:solidFill>
                            <a:srgbClr val="191919"/>
                          </a:solidFill>
                        </a:rPr>
                        <a:t>partOfHeritage</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A UNESCO component belongs to a property</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bl>
          </a:graphicData>
        </a:graphic>
      </p:graphicFrame>
    </p:spTree>
    <p:extLst>
      <p:ext uri="{BB962C8B-B14F-4D97-AF65-F5344CB8AC3E}">
        <p14:creationId xmlns:p14="http://schemas.microsoft.com/office/powerpoint/2010/main" val="199718402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B8BDCF-F13A-4E24-A285-8D664F4C3941}"/>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Geographic questions</a:t>
            </a:r>
          </a:p>
        </p:txBody>
      </p:sp>
      <p:sp>
        <p:nvSpPr>
          <p:cNvPr id="2" name="body">
            <a:extLst xmlns:a="http://schemas.openxmlformats.org/drawingml/2006/main">
              <a:ext uri="{FF2B5EF4-FFF2-40B4-BE49-F238E27FC236}">
                <a16:creationId xmlns:a16="http://schemas.microsoft.com/office/drawing/2014/main" id="{2A917D7C-59D9-4041-9C26-EB2763852DAB}"/>
              </a:ext>
            </a:extLst>
          </p:cNvPr>
          <p:cNvSpPr>
            <a:spLocks xmlns:a="http://schemas.openxmlformats.org/drawingml/2006/main" noGrp="1"/>
          </p:cNvSpPr>
          <p:nvPr/>
        </p:nvSpPr>
        <p:spPr>
          <a:xfrm xmlns:a="http://schemas.openxmlformats.org/drawingml/2006/main">
            <a:off x="571500" y="1285875"/>
            <a:ext cx="7667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191919"/>
                </a:solidFill>
              </a:defRPr>
            </a:defPPr>
          </a:lstStyle>
          <a:p xmlns:a="http://schemas.openxmlformats.org/drawingml/2006/main">
            <a:pPr algn="l">
              <a:defRPr sz="1800" b="0">
                <a:solidFill>
                  <a:srgbClr val="191919"/>
                </a:solidFill>
              </a:defRPr>
            </a:pPr>
            <a:r>
              <a:rPr sz="1800" b="0">
                <a:solidFill>
                  <a:srgbClr val="191919"/>
                </a:solidFill>
              </a:rPr>
              <a:t>Which places are associated with Romance-tagged films?</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Which UNESCO properties have filming connections across genres?</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Which sourced film-location points fall within 5 km of a heritage reference point?</a:t>
            </a:r>
          </a:p>
        </p:txBody>
      </p:sp>
    </p:spTree>
    <p:extLst>
      <p:ext uri="{BB962C8B-B14F-4D97-AF65-F5344CB8AC3E}">
        <p14:creationId xmlns:p14="http://schemas.microsoft.com/office/powerpoint/2010/main" val="124965717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35E193-8F59-45A2-9B3E-C42F00E345AC}"/>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Tourism discovery</a:t>
            </a:r>
          </a:p>
        </p:txBody>
      </p:sp>
      <p:sp>
        <p:nvSpPr>
          <p:cNvPr id="2" name="body">
            <a:extLst xmlns:a="http://schemas.openxmlformats.org/drawingml/2006/main">
              <a:ext uri="{FF2B5EF4-FFF2-40B4-BE49-F238E27FC236}">
                <a16:creationId xmlns:a16="http://schemas.microsoft.com/office/drawing/2014/main" id="{1A44A1E4-0072-409A-AE38-403A70D2C7C3}"/>
              </a:ext>
            </a:extLst>
          </p:cNvPr>
          <p:cNvSpPr>
            <a:spLocks xmlns:a="http://schemas.openxmlformats.org/drawingml/2006/main" noGrp="1"/>
          </p:cNvSpPr>
          <p:nvPr/>
        </p:nvSpPr>
        <p:spPr>
          <a:xfrm xmlns:a="http://schemas.openxmlformats.org/drawingml/2006/main">
            <a:off x="571500" y="1285875"/>
            <a:ext cx="7667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191919"/>
                </a:solidFill>
              </a:defRPr>
            </a:defPPr>
          </a:lstStyle>
          <a:p xmlns:a="http://schemas.openxmlformats.org/drawingml/2006/main">
            <a:pPr algn="l">
              <a:defRPr sz="1800" b="0">
                <a:solidFill>
                  <a:srgbClr val="191919"/>
                </a:solidFill>
              </a:defRPr>
            </a:pPr>
            <a:r>
              <a:rPr sz="1800" b="0">
                <a:solidFill>
                  <a:srgbClr val="191919"/>
                </a:solidFill>
              </a:rPr>
              <a:t>Explore the sourced films linked to a named place.</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Inspect each claim before treating the place as a visitor destination.</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A broad city coordinate cannot identify an exact scene or camera position.</a:t>
            </a:r>
          </a:p>
        </p:txBody>
      </p:sp>
    </p:spTree>
    <p:extLst>
      <p:ext uri="{BB962C8B-B14F-4D97-AF65-F5344CB8AC3E}">
        <p14:creationId xmlns:p14="http://schemas.microsoft.com/office/powerpoint/2010/main" val="67641220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DFB220-631F-4BA4-A7A0-CBD7AF5BB770}"/>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Research uses</a:t>
            </a:r>
          </a:p>
        </p:txBody>
      </p:sp>
      <p:sp>
        <p:nvSpPr>
          <p:cNvPr id="2" name="body">
            <a:extLst xmlns:a="http://schemas.openxmlformats.org/drawingml/2006/main">
              <a:ext uri="{FF2B5EF4-FFF2-40B4-BE49-F238E27FC236}">
                <a16:creationId xmlns:a16="http://schemas.microsoft.com/office/drawing/2014/main" id="{E3317014-6A2E-4B9C-BF50-DCC2A25DBC2D}"/>
              </a:ext>
            </a:extLst>
          </p:cNvPr>
          <p:cNvSpPr>
            <a:spLocks xmlns:a="http://schemas.openxmlformats.org/drawingml/2006/main" noGrp="1"/>
          </p:cNvSpPr>
          <p:nvPr/>
        </p:nvSpPr>
        <p:spPr>
          <a:xfrm xmlns:a="http://schemas.openxmlformats.org/drawingml/2006/main">
            <a:off x="571500" y="1285875"/>
            <a:ext cx="7667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191919"/>
                </a:solidFill>
              </a:defRPr>
            </a:defPPr>
          </a:lstStyle>
          <a:p xmlns:a="http://schemas.openxmlformats.org/drawingml/2006/main">
            <a:pPr algn="l">
              <a:defRPr sz="1800" b="0">
                <a:solidFill>
                  <a:srgbClr val="191919"/>
                </a:solidFill>
              </a:defRPr>
            </a:pPr>
            <a:r>
              <a:rPr sz="1800" b="0">
                <a:solidFill>
                  <a:srgbClr val="191919"/>
                </a:solidFill>
              </a:rPr>
              <a:t>Compare filming geography with narrative geography.</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Group accepted heritage connections by film genre.</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Trace a relationship to its input file, row and supporting evidence.</a:t>
            </a:r>
          </a:p>
        </p:txBody>
      </p:sp>
    </p:spTree>
    <p:extLst>
      <p:ext uri="{BB962C8B-B14F-4D97-AF65-F5344CB8AC3E}">
        <p14:creationId xmlns:p14="http://schemas.microsoft.com/office/powerpoint/2010/main" val="51424869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FB6517-2325-45F3-B7B6-5BBB6DCB6881}"/>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Source datasets</a:t>
            </a:r>
          </a:p>
        </p:txBody>
      </p:sp>
      <p:graphicFrame>
        <p:nvGraphicFramePr>
          <p:cNvPr id="2" name="">
            <a:extLst xmlns:a="http://schemas.openxmlformats.org/drawingml/2006/main">
              <a:ext uri="{FF2B5EF4-FFF2-40B4-BE49-F238E27FC236}">
                <a16:creationId xmlns:a16="http://schemas.microsoft.com/office/drawing/2014/main" id="{4EF0C9EB-3CE0-4BF2-82BD-9BA002FF935D}"/>
              </a:ext>
            </a:extLst>
          </p:cNvPr>
          <p:cNvGraphicFramePr/>
          <p:nvPr/>
        </p:nvGraphicFramePr>
        <p:xfrm>
          <a:off xmlns:a="http://schemas.openxmlformats.org/drawingml/2006/main" x="571500" y="1238250"/>
          <a:ext xmlns:a="http://schemas.openxmlformats.org/drawingml/2006/main" cx="7620000" cy="2743200"/>
        </p:xfrm>
        <a:graphic xmlns:a="http://schemas.openxmlformats.org/drawingml/2006/main">
          <a:graphicData uri="http://schemas.openxmlformats.org/drawingml/2006/table">
            <a:tbl>
              <a:tblPr/>
              <a:tblGrid>
                <a:gridCol w="3810000"/>
                <a:gridCol w="3810000"/>
              </a:tblGrid>
              <a:tr h="457200">
                <a:tc>
                  <a:txBody>
                    <a:bodyPr/>
                    <a:lstStyle/>
                    <a:p>
                      <a:pPr algn="l"/>
                      <a:r>
                        <a:rPr sz="1725" b="1">
                          <a:solidFill>
                            <a:srgbClr val="191919"/>
                          </a:solidFill>
                        </a:rPr>
                        <a:t>Source</a:t>
                      </a:r>
                    </a:p>
                  </a:txBody>
                  <a:tcPr marL="91440" marR="91440" marT="45720" marB="45720" anchor="ctr">
                    <a:lnL w="6668">
                      <a:solidFill>
                        <a:srgbClr val="BCB6AA"/>
                      </a:solidFill>
                      <a:prstDash val="solid"/>
                    </a:lnL>
                    <a:lnR w="6668">
                      <a:solidFill>
                        <a:srgbClr val="BCB6AA"/>
                      </a:solidFill>
                      <a:prstDash val="solid"/>
                    </a:lnR>
                    <a:lnT w="6668">
                      <a:solidFill>
                        <a:srgbClr val="BCB6AA"/>
                      </a:solidFill>
                      <a:prstDash val="solid"/>
                    </a:lnT>
                    <a:lnB w="6668">
                      <a:solidFill>
                        <a:srgbClr val="BCB6AA"/>
                      </a:solidFill>
                      <a:prstDash val="solid"/>
                    </a:lnB>
                    <a:solidFill>
                      <a:srgbClr val="FFD2D7"/>
                    </a:solidFill>
                  </a:tcPr>
                </a:tc>
                <a:tc>
                  <a:txBody>
                    <a:bodyPr/>
                    <a:lstStyle/>
                    <a:p>
                      <a:pPr algn="l"/>
                      <a:r>
                        <a:rPr sz="1725" b="1">
                          <a:solidFill>
                            <a:srgbClr val="191919"/>
                          </a:solidFill>
                        </a:rPr>
                        <a:t>Role in the current build</a:t>
                      </a:r>
                    </a:p>
                  </a:txBody>
                  <a:tcPr marL="91440" marR="91440" marT="45720" marB="45720" anchor="ctr">
                    <a:lnR w="6668">
                      <a:solidFill>
                        <a:srgbClr val="BCB6AA"/>
                      </a:solidFill>
                      <a:prstDash val="solid"/>
                    </a:lnR>
                    <a:lnT w="6668">
                      <a:solidFill>
                        <a:srgbClr val="BCB6AA"/>
                      </a:solidFill>
                      <a:prstDash val="solid"/>
                    </a:lnT>
                    <a:lnB w="6668">
                      <a:solidFill>
                        <a:srgbClr val="BCB6AA"/>
                      </a:solidFill>
                      <a:prstDash val="solid"/>
                    </a:lnB>
                    <a:solidFill>
                      <a:srgbClr val="FFD2D7"/>
                    </a:solidFill>
                  </a:tcPr>
                </a:tc>
              </a:tr>
              <a:tr h="457200">
                <a:tc>
                  <a:txBody>
                    <a:bodyPr/>
                    <a:lstStyle/>
                    <a:p>
                      <a:pPr algn="l"/>
                      <a:r>
                        <a:rPr sz="1725" b="0">
                          <a:solidFill>
                            <a:srgbClr val="191919"/>
                          </a:solidFill>
                        </a:rPr>
                        <a:t>TMDB</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Movie IDs, metadata, cast, roles and genres</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57200">
                <a:tc>
                  <a:txBody>
                    <a:bodyPr/>
                    <a:lstStyle/>
                    <a:p>
                      <a:pPr algn="l"/>
                      <a:r>
                        <a:rPr sz="1725" b="0">
                          <a:solidFill>
                            <a:srgbClr val="191919"/>
                          </a:solidFill>
                        </a:rPr>
                        <a:t>Wikidata / Wikipedia</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Film identity and geographic assertions</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57200">
                <a:tc>
                  <a:txBody>
                    <a:bodyPr/>
                    <a:lstStyle/>
                    <a:p>
                      <a:pPr algn="l"/>
                      <a:r>
                        <a:rPr sz="1725" b="0">
                          <a:solidFill>
                            <a:srgbClr val="191919"/>
                          </a:solidFill>
                        </a:rPr>
                        <a:t>Song CSV batches</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Song membership and scoped music credits</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57200">
                <a:tc>
                  <a:txBody>
                    <a:bodyPr/>
                    <a:lstStyle/>
                    <a:p>
                      <a:pPr algn="l"/>
                      <a:r>
                        <a:rPr sz="1725" b="0">
                          <a:solidFill>
                            <a:srgbClr val="191919"/>
                          </a:solidFill>
                        </a:rPr>
                        <a:t>Filmapia snapshot</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Existing filming-place assertions</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57200">
                <a:tc>
                  <a:txBody>
                    <a:bodyPr/>
                    <a:lstStyle/>
                    <a:p>
                      <a:pPr algn="l"/>
                      <a:r>
                        <a:rPr sz="1725" b="0">
                          <a:solidFill>
                            <a:srgbClr val="191919"/>
                          </a:solidFill>
                        </a:rPr>
                        <a:t>UNESCO export</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Property/component identities and coordinates</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bl>
          </a:graphicData>
        </a:graphic>
      </p:graphicFrame>
    </p:spTree>
    <p:extLst>
      <p:ext uri="{BB962C8B-B14F-4D97-AF65-F5344CB8AC3E}">
        <p14:creationId xmlns:p14="http://schemas.microsoft.com/office/powerpoint/2010/main" val="145023020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04122C-7CC3-48E3-A1C0-23C3AE69E88B}"/>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solidFill xmlns:a="http://schemas.openxmlformats.org/drawingml/2006/main">
            <a:srgbClr val="FDF8EE"/>
          </a:solidFill>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Collection workflow</a:t>
            </a:r>
          </a:p>
        </p:txBody>
      </p:sp>
      <p:sp>
        <p:nvSpPr>
          <p:cNvPr id="2" name="body">
            <a:extLst xmlns:a="http://schemas.openxmlformats.org/drawingml/2006/main">
              <a:ext uri="{FF2B5EF4-FFF2-40B4-BE49-F238E27FC236}">
                <a16:creationId xmlns:a16="http://schemas.microsoft.com/office/drawing/2014/main" id="{4B37F685-59FA-46BE-B54E-086B890EB3E1}"/>
              </a:ext>
            </a:extLst>
          </p:cNvPr>
          <p:cNvSpPr>
            <a:spLocks xmlns:a="http://schemas.openxmlformats.org/drawingml/2006/main" noGrp="1"/>
          </p:cNvSpPr>
          <p:nvPr/>
        </p:nvSpPr>
        <p:spPr>
          <a:xfrm xmlns:a="http://schemas.openxmlformats.org/drawingml/2006/main">
            <a:off x="571500" y="1285875"/>
            <a:ext cx="7667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191919"/>
                </a:solidFill>
              </a:defRPr>
            </a:defPPr>
          </a:lstStyle>
          <a:p xmlns:a="http://schemas.openxmlformats.org/drawingml/2006/main">
            <a:pPr algn="l">
              <a:defRPr sz="1800" b="0">
                <a:solidFill>
                  <a:srgbClr val="191919"/>
                </a:solidFill>
              </a:defRPr>
            </a:pPr>
            <a:r>
              <a:rPr sz="1800" b="0">
                <a:solidFill>
                  <a:srgbClr val="191919"/>
                </a:solidFill>
              </a:rPr>
              <a:t>Collectors request structured data through source APIs.</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They parse JSON or article revisions and flatten records into CSV tables.</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Caching, batching and retry delays reduce duplicate requests.</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The integration imports those supplied exports without changing them.</a:t>
            </a:r>
          </a:p>
        </p:txBody>
      </p:sp>
    </p:spTree>
    <p:extLst>
      <p:ext uri="{BB962C8B-B14F-4D97-AF65-F5344CB8AC3E}">
        <p14:creationId xmlns:p14="http://schemas.microsoft.com/office/powerpoint/2010/main" val="159667230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4ECBA0-F2D5-4970-8E3B-DDE803FFEB91}"/>
              </a:ext>
            </a:extLst>
          </p:cNvPr>
          <p:cNvSpPr>
            <a:spLocks xmlns:a="http://schemas.openxmlformats.org/drawingml/2006/main" noGrp="1"/>
          </p:cNvSpPr>
          <p:nvPr/>
        </p:nvSpPr>
        <p:spPr>
          <a:xfrm xmlns:a="http://schemas.openxmlformats.org/drawingml/2006/main">
            <a:off x="1143000" y="457200"/>
            <a:ext cx="7419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Wikidata locations</a:t>
            </a:r>
          </a:p>
        </p:txBody>
      </p:sp>
      <p:sp>
        <p:nvSpPr>
          <p:cNvPr id="2" name="body">
            <a:extLst xmlns:a="http://schemas.openxmlformats.org/drawingml/2006/main">
              <a:ext uri="{FF2B5EF4-FFF2-40B4-BE49-F238E27FC236}">
                <a16:creationId xmlns:a16="http://schemas.microsoft.com/office/drawing/2014/main" id="{B58DB39B-F611-4477-8D67-04A76AC9249A}"/>
              </a:ext>
            </a:extLst>
          </p:cNvPr>
          <p:cNvSpPr>
            <a:spLocks xmlns:a="http://schemas.openxmlformats.org/drawingml/2006/main" noGrp="1"/>
          </p:cNvSpPr>
          <p:nvPr/>
        </p:nvSpPr>
        <p:spPr>
          <a:xfrm xmlns:a="http://schemas.openxmlformats.org/drawingml/2006/main">
            <a:off x="1143000" y="1285875"/>
            <a:ext cx="70961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191919"/>
                </a:solidFill>
              </a:defRPr>
            </a:defPPr>
          </a:lstStyle>
          <a:p xmlns:a="http://schemas.openxmlformats.org/drawingml/2006/main">
            <a:pPr algn="l">
              <a:defRPr sz="1800" b="0">
                <a:solidFill>
                  <a:srgbClr val="191919"/>
                </a:solidFill>
              </a:defRPr>
            </a:pPr>
            <a:r>
              <a:rPr sz="1800" b="0">
                <a:solidFill>
                  <a:srgbClr val="191919"/>
                </a:solidFill>
              </a:rPr>
              <a:t>P915 stores a filming-location relationship.</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P840 stores a narrative-location relationship.</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P625 supplies a place coordinate when one exists.</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SPARQL collectors retain film IDs and keep these meanings separate.</a:t>
            </a:r>
          </a:p>
        </p:txBody>
      </p:sp>
    </p:spTree>
    <p:extLst>
      <p:ext uri="{BB962C8B-B14F-4D97-AF65-F5344CB8AC3E}">
        <p14:creationId xmlns:p14="http://schemas.microsoft.com/office/powerpoint/2010/main" val="76162592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A10FD-A9D8-4C4A-B325-D536F1288FCF}"/>
              </a:ext>
            </a:extLst>
          </p:cNvPr>
          <p:cNvSpPr>
            <a:spLocks xmlns:a="http://schemas.openxmlformats.org/drawingml/2006/main" noGrp="1"/>
          </p:cNvSpPr>
          <p:nvPr/>
        </p:nvSpPr>
        <p:spPr>
          <a:xfrm xmlns:a="http://schemas.openxmlformats.org/drawingml/2006/main">
            <a:off x="1143000" y="457200"/>
            <a:ext cx="7419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Wikipedia and TMDB</a:t>
            </a:r>
          </a:p>
        </p:txBody>
      </p:sp>
      <p:sp>
        <p:nvSpPr>
          <p:cNvPr id="2" name="body">
            <a:extLst xmlns:a="http://schemas.openxmlformats.org/drawingml/2006/main">
              <a:ext uri="{FF2B5EF4-FFF2-40B4-BE49-F238E27FC236}">
                <a16:creationId xmlns:a16="http://schemas.microsoft.com/office/drawing/2014/main" id="{AFB38209-0FD8-4BCA-B989-F3C17BA2E554}"/>
              </a:ext>
            </a:extLst>
          </p:cNvPr>
          <p:cNvSpPr>
            <a:spLocks xmlns:a="http://schemas.openxmlformats.org/drawingml/2006/main" noGrp="1"/>
          </p:cNvSpPr>
          <p:nvPr/>
        </p:nvSpPr>
        <p:spPr>
          <a:xfrm xmlns:a="http://schemas.openxmlformats.org/drawingml/2006/main">
            <a:off x="1143000" y="1285875"/>
            <a:ext cx="70961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191919"/>
                </a:solidFill>
              </a:defRPr>
            </a:defPPr>
          </a:lstStyle>
          <a:p xmlns:a="http://schemas.openxmlformats.org/drawingml/2006/main">
            <a:pPr algn="l">
              <a:defRPr sz="1800" b="0">
                <a:solidFill>
                  <a:srgbClr val="191919"/>
                </a:solidFill>
              </a:defRPr>
            </a:pPr>
            <a:r>
              <a:rPr sz="1800" b="0">
                <a:solidFill>
                  <a:srgbClr val="191919"/>
                </a:solidFill>
              </a:rPr>
              <a:t>Wikipedia enrichment retrieves article revisions and categories through the MediaWiki API. Text candidates retain evidence and review status.</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TMDB requests supply movie details, credits and external IDs. Production-country metadata does not establish filming geography.</a:t>
            </a:r>
          </a:p>
        </p:txBody>
      </p:sp>
    </p:spTree>
    <p:extLst>
      <p:ext uri="{BB962C8B-B14F-4D97-AF65-F5344CB8AC3E}">
        <p14:creationId xmlns:p14="http://schemas.microsoft.com/office/powerpoint/2010/main" val="112052694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94E830-617B-4A07-8F83-81DE8CF42E0F}"/>
              </a:ext>
            </a:extLst>
          </p:cNvPr>
          <p:cNvSpPr>
            <a:spLocks xmlns:a="http://schemas.openxmlformats.org/drawingml/2006/main" noGrp="1"/>
          </p:cNvSpPr>
          <p:nvPr/>
        </p:nvSpPr>
        <p:spPr>
          <a:xfrm xmlns:a="http://schemas.openxmlformats.org/drawingml/2006/main">
            <a:off x="1143000" y="457200"/>
            <a:ext cx="7419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IMDb feasibility</a:t>
            </a:r>
          </a:p>
        </p:txBody>
      </p:sp>
      <p:sp>
        <p:nvSpPr>
          <p:cNvPr id="2" name="body">
            <a:extLst xmlns:a="http://schemas.openxmlformats.org/drawingml/2006/main">
              <a:ext uri="{FF2B5EF4-FFF2-40B4-BE49-F238E27FC236}">
                <a16:creationId xmlns:a16="http://schemas.microsoft.com/office/drawing/2014/main" id="{C5D458B5-9E06-4A93-991F-E3B0FC13F4A4}"/>
              </a:ext>
            </a:extLst>
          </p:cNvPr>
          <p:cNvSpPr>
            <a:spLocks xmlns:a="http://schemas.openxmlformats.org/drawingml/2006/main" noGrp="1"/>
          </p:cNvSpPr>
          <p:nvPr/>
        </p:nvSpPr>
        <p:spPr>
          <a:xfrm xmlns:a="http://schemas.openxmlformats.org/drawingml/2006/main">
            <a:off x="1143000" y="1285875"/>
            <a:ext cx="70961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191919"/>
                </a:solidFill>
              </a:defRPr>
            </a:defPPr>
          </a:lstStyle>
          <a:p xmlns:a="http://schemas.openxmlformats.org/drawingml/2006/main">
            <a:pPr algn="l">
              <a:defRPr sz="1800" b="0">
                <a:solidFill>
                  <a:srgbClr val="191919"/>
                </a:solidFill>
              </a:defRPr>
            </a:pPr>
            <a:r>
              <a:rPr sz="1800" b="0">
                <a:solidFill>
                  <a:srgbClr val="191919"/>
                </a:solidFill>
              </a:rPr>
              <a:t>A direct fetch of the Jodhaa Akbar filming-locations page returned HTTP 403. No records came from that attempt.</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IMDb’s free dataset schemas omit filming locations. Its published guidance restricts automated website scraping.</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A future IMDb import needs authorized access and confirmed field coverage.</a:t>
            </a:r>
          </a:p>
        </p:txBody>
      </p:sp>
    </p:spTree>
    <p:extLst>
      <p:ext uri="{BB962C8B-B14F-4D97-AF65-F5344CB8AC3E}">
        <p14:creationId xmlns:p14="http://schemas.microsoft.com/office/powerpoint/2010/main" val="147386814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0B2134-3785-4BF4-9849-DE19F3C8590D}"/>
              </a:ext>
            </a:extLst>
          </p:cNvPr>
          <p:cNvSpPr>
            <a:spLocks xmlns:a="http://schemas.openxmlformats.org/drawingml/2006/main" noGrp="1"/>
          </p:cNvSpPr>
          <p:nvPr/>
        </p:nvSpPr>
        <p:spPr>
          <a:xfrm xmlns:a="http://schemas.openxmlformats.org/drawingml/2006/main">
            <a:off x="1143000" y="457200"/>
            <a:ext cx="7419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Film coverage by decade</a:t>
            </a:r>
          </a:p>
        </p:txBody>
      </p:sp>
      <p:graphicFrame>
        <p:nvGraphicFramePr>
          <p:cNvPr id="2" name="Chart">
            <a:extLst xmlns:a="http://schemas.openxmlformats.org/drawingml/2006/main">
              <a:ext uri="{FF2B5EF4-FFF2-40B4-BE49-F238E27FC236}">
                <a16:creationId xmlns:a16="http://schemas.microsoft.com/office/drawing/2014/main" id="{634D2CE1-A1A5-420D-B1ED-DA3558457CAB}"/>
              </a:ext>
            </a:extLst>
          </p:cNvPr>
          <p:cNvGraphicFramePr/>
          <p:nvPr/>
        </p:nvGraphicFramePr>
        <p:xfrm>
          <a:off xmlns:a="http://schemas.openxmlformats.org/drawingml/2006/main" x="1143000" y="1304925"/>
          <a:ext xmlns:a="http://schemas.openxmlformats.org/drawingml/2006/main" cx="7048500" cy="2857500"/>
        </p:xfrm>
        <a:graphic xmlns:a="http://schemas.openxmlformats.org/drawingml/2006/main">
          <a:graphicData uri="http://schemas.openxmlformats.org/drawingml/2006/chart">
            <c:chart xmlns:r="http://schemas.openxmlformats.org/officeDocument/2006/relationships" xmlns:c="http://schemas.openxmlformats.org/drawingml/2006/chart" r:id="Rc3cf562a580d487f"/>
          </a:graphicData>
        </a:graphic>
      </p:graphicFrame>
      <p:sp>
        <p:nvSpPr>
          <p:cNvPr id="3" name="chart-caption">
            <a:extLst xmlns:a="http://schemas.openxmlformats.org/drawingml/2006/main">
              <a:ext uri="{FF2B5EF4-FFF2-40B4-BE49-F238E27FC236}">
                <a16:creationId xmlns:a16="http://schemas.microsoft.com/office/drawing/2014/main" id="{4D25FA18-45A5-458D-A408-F88B89E1C2A2}"/>
              </a:ext>
            </a:extLst>
          </p:cNvPr>
          <p:cNvSpPr>
            <a:spLocks xmlns:a="http://schemas.openxmlformats.org/drawingml/2006/main" noGrp="1"/>
          </p:cNvSpPr>
          <p:nvPr/>
        </p:nvSpPr>
        <p:spPr>
          <a:xfrm xmlns:a="http://schemas.openxmlformats.org/drawingml/2006/main">
            <a:off x="1143000" y="4257675"/>
            <a:ext cx="704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191919"/>
                </a:solidFill>
              </a:defRPr>
            </a:defPPr>
          </a:lstStyle>
          <a:p xmlns:a="http://schemas.openxmlformats.org/drawingml/2006/main">
            <a:pPr algn="l">
              <a:defRPr sz="1425" b="0">
                <a:solidFill>
                  <a:srgbClr val="191919"/>
                </a:solidFill>
              </a:defRPr>
            </a:pPr>
            <a:r>
              <a:rPr sz="1425" b="0">
                <a:solidFill>
                  <a:srgbClr val="191919"/>
                </a:solidFill>
              </a:rPr>
              <a:t>Source corpus counts. The 2020s period ends in 2025.</a:t>
            </a:r>
          </a:p>
        </p:txBody>
      </p:sp>
    </p:spTree>
    <p:extLst>
      <p:ext uri="{BB962C8B-B14F-4D97-AF65-F5344CB8AC3E}">
        <p14:creationId xmlns:p14="http://schemas.microsoft.com/office/powerpoint/2010/main" val="35624601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AFE4F311-62F9-4280-8774-166A304703C8}"/>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solidFill xmlns:a="http://schemas.openxmlformats.org/drawingml/2006/main">
            <a:srgbClr val="FDF8EE"/>
          </a:solidFill>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Current graph</a:t>
            </a:r>
          </a:p>
        </p:txBody>
      </p:sp>
      <p:sp>
        <p:nvSpPr>
          <p:cNvPr id="2" name="stat-0">
            <a:extLst xmlns:a="http://schemas.openxmlformats.org/drawingml/2006/main">
              <a:ext uri="{FF2B5EF4-FFF2-40B4-BE49-F238E27FC236}">
                <a16:creationId xmlns:a16="http://schemas.microsoft.com/office/drawing/2014/main" id="{7C39B584-2505-4BA9-A2E8-71F37F46C6F7}"/>
              </a:ext>
            </a:extLst>
          </p:cNvPr>
          <p:cNvSpPr>
            <a:spLocks xmlns:a="http://schemas.openxmlformats.org/drawingml/2006/main" noGrp="1"/>
          </p:cNvSpPr>
          <p:nvPr/>
        </p:nvSpPr>
        <p:spPr>
          <a:xfrm xmlns:a="http://schemas.openxmlformats.org/drawingml/2006/main">
            <a:off x="571500" y="1352550"/>
            <a:ext cx="3667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900" b="1">
                <a:solidFill>
                  <a:srgbClr val="191919"/>
                </a:solidFill>
              </a:defRPr>
            </a:defPPr>
          </a:lstStyle>
          <a:p xmlns:a="http://schemas.openxmlformats.org/drawingml/2006/main">
            <a:pPr algn="l">
              <a:defRPr sz="3900" b="1">
                <a:solidFill>
                  <a:srgbClr val="191919"/>
                </a:solidFill>
              </a:defRPr>
            </a:pPr>
            <a:r>
              <a:rPr sz="3900" b="1">
                <a:solidFill>
                  <a:srgbClr val="191919"/>
                </a:solidFill>
              </a:rPr>
              <a:t>9,509</a:t>
            </a:r>
          </a:p>
        </p:txBody>
      </p:sp>
      <p:sp>
        <p:nvSpPr>
          <p:cNvPr id="3" name="stat-label-0">
            <a:extLst xmlns:a="http://schemas.openxmlformats.org/drawingml/2006/main">
              <a:ext uri="{FF2B5EF4-FFF2-40B4-BE49-F238E27FC236}">
                <a16:creationId xmlns:a16="http://schemas.microsoft.com/office/drawing/2014/main" id="{49544045-D7E5-42AC-87BA-F91A4DDC6DA2}"/>
              </a:ext>
            </a:extLst>
          </p:cNvPr>
          <p:cNvSpPr>
            <a:spLocks xmlns:a="http://schemas.openxmlformats.org/drawingml/2006/main" noGrp="1"/>
          </p:cNvSpPr>
          <p:nvPr/>
        </p:nvSpPr>
        <p:spPr>
          <a:xfrm xmlns:a="http://schemas.openxmlformats.org/drawingml/2006/main">
            <a:off x="571500" y="2076450"/>
            <a:ext cx="3667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191919"/>
                </a:solidFill>
              </a:defRPr>
            </a:defPPr>
          </a:lstStyle>
          <a:p xmlns:a="http://schemas.openxmlformats.org/drawingml/2006/main">
            <a:pPr algn="l">
              <a:defRPr sz="1725" b="0">
                <a:solidFill>
                  <a:srgbClr val="191919"/>
                </a:solidFill>
              </a:defRPr>
            </a:pPr>
            <a:r>
              <a:rPr sz="1725" b="0">
                <a:solidFill>
                  <a:srgbClr val="191919"/>
                </a:solidFill>
              </a:rPr>
              <a:t>Movies</a:t>
            </a:r>
          </a:p>
        </p:txBody>
      </p:sp>
      <p:sp>
        <p:nvSpPr>
          <p:cNvPr id="4" name="stat-1">
            <a:extLst xmlns:a="http://schemas.openxmlformats.org/drawingml/2006/main">
              <a:ext uri="{FF2B5EF4-FFF2-40B4-BE49-F238E27FC236}">
                <a16:creationId xmlns:a16="http://schemas.microsoft.com/office/drawing/2014/main" id="{8D1E40AF-8A5B-44C2-9169-CCBFFA3ABD43}"/>
              </a:ext>
            </a:extLst>
          </p:cNvPr>
          <p:cNvSpPr>
            <a:spLocks xmlns:a="http://schemas.openxmlformats.org/drawingml/2006/main" noGrp="1"/>
          </p:cNvSpPr>
          <p:nvPr/>
        </p:nvSpPr>
        <p:spPr>
          <a:xfrm xmlns:a="http://schemas.openxmlformats.org/drawingml/2006/main">
            <a:off x="4572000" y="1352550"/>
            <a:ext cx="3667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900" b="1">
                <a:solidFill>
                  <a:srgbClr val="191919"/>
                </a:solidFill>
              </a:defRPr>
            </a:defPPr>
          </a:lstStyle>
          <a:p xmlns:a="http://schemas.openxmlformats.org/drawingml/2006/main">
            <a:pPr algn="l">
              <a:defRPr sz="3900" b="1">
                <a:solidFill>
                  <a:srgbClr val="191919"/>
                </a:solidFill>
              </a:defRPr>
            </a:pPr>
            <a:r>
              <a:rPr sz="3900" b="1">
                <a:solidFill>
                  <a:srgbClr val="191919"/>
                </a:solidFill>
              </a:rPr>
              <a:t>10,708</a:t>
            </a:r>
          </a:p>
        </p:txBody>
      </p:sp>
      <p:sp>
        <p:nvSpPr>
          <p:cNvPr id="5" name="stat-label-1">
            <a:extLst xmlns:a="http://schemas.openxmlformats.org/drawingml/2006/main">
              <a:ext uri="{FF2B5EF4-FFF2-40B4-BE49-F238E27FC236}">
                <a16:creationId xmlns:a16="http://schemas.microsoft.com/office/drawing/2014/main" id="{D8567FCB-A4DE-4825-BF01-99F890C93337}"/>
              </a:ext>
            </a:extLst>
          </p:cNvPr>
          <p:cNvSpPr>
            <a:spLocks xmlns:a="http://schemas.openxmlformats.org/drawingml/2006/main" noGrp="1"/>
          </p:cNvSpPr>
          <p:nvPr/>
        </p:nvSpPr>
        <p:spPr>
          <a:xfrm xmlns:a="http://schemas.openxmlformats.org/drawingml/2006/main">
            <a:off x="4572000" y="2076450"/>
            <a:ext cx="3667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191919"/>
                </a:solidFill>
              </a:defRPr>
            </a:defPPr>
          </a:lstStyle>
          <a:p xmlns:a="http://schemas.openxmlformats.org/drawingml/2006/main">
            <a:pPr algn="l">
              <a:defRPr sz="1725" b="0">
                <a:solidFill>
                  <a:srgbClr val="191919"/>
                </a:solidFill>
              </a:defRPr>
            </a:pPr>
            <a:r>
              <a:rPr sz="1725" b="0">
                <a:solidFill>
                  <a:srgbClr val="191919"/>
                </a:solidFill>
              </a:rPr>
              <a:t>Songs</a:t>
            </a:r>
          </a:p>
        </p:txBody>
      </p:sp>
      <p:sp>
        <p:nvSpPr>
          <p:cNvPr id="6" name="stat-2">
            <a:extLst xmlns:a="http://schemas.openxmlformats.org/drawingml/2006/main">
              <a:ext uri="{FF2B5EF4-FFF2-40B4-BE49-F238E27FC236}">
                <a16:creationId xmlns:a16="http://schemas.microsoft.com/office/drawing/2014/main" id="{8D7219F8-DAFF-47A9-A587-9B0AD4571AA4}"/>
              </a:ext>
            </a:extLst>
          </p:cNvPr>
          <p:cNvSpPr>
            <a:spLocks xmlns:a="http://schemas.openxmlformats.org/drawingml/2006/main" noGrp="1"/>
          </p:cNvSpPr>
          <p:nvPr/>
        </p:nvSpPr>
        <p:spPr>
          <a:xfrm xmlns:a="http://schemas.openxmlformats.org/drawingml/2006/main">
            <a:off x="571500" y="2781300"/>
            <a:ext cx="3667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900" b="1">
                <a:solidFill>
                  <a:srgbClr val="191919"/>
                </a:solidFill>
              </a:defRPr>
            </a:defPPr>
          </a:lstStyle>
          <a:p xmlns:a="http://schemas.openxmlformats.org/drawingml/2006/main">
            <a:pPr algn="l">
              <a:defRPr sz="3900" b="1">
                <a:solidFill>
                  <a:srgbClr val="191919"/>
                </a:solidFill>
              </a:defRPr>
            </a:pPr>
            <a:r>
              <a:rPr sz="3900" b="1">
                <a:solidFill>
                  <a:srgbClr val="191919"/>
                </a:solidFill>
              </a:rPr>
              <a:t>44,416</a:t>
            </a:r>
          </a:p>
        </p:txBody>
      </p:sp>
      <p:sp>
        <p:nvSpPr>
          <p:cNvPr id="7" name="stat-label-2">
            <a:extLst xmlns:a="http://schemas.openxmlformats.org/drawingml/2006/main">
              <a:ext uri="{FF2B5EF4-FFF2-40B4-BE49-F238E27FC236}">
                <a16:creationId xmlns:a16="http://schemas.microsoft.com/office/drawing/2014/main" id="{7AF2328E-E6E5-4978-BE2F-54564F02F059}"/>
              </a:ext>
            </a:extLst>
          </p:cNvPr>
          <p:cNvSpPr>
            <a:spLocks xmlns:a="http://schemas.openxmlformats.org/drawingml/2006/main" noGrp="1"/>
          </p:cNvSpPr>
          <p:nvPr/>
        </p:nvSpPr>
        <p:spPr>
          <a:xfrm xmlns:a="http://schemas.openxmlformats.org/drawingml/2006/main">
            <a:off x="571500" y="3505200"/>
            <a:ext cx="3667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191919"/>
                </a:solidFill>
              </a:defRPr>
            </a:defPPr>
          </a:lstStyle>
          <a:p xmlns:a="http://schemas.openxmlformats.org/drawingml/2006/main">
            <a:pPr algn="l">
              <a:defRPr sz="1725" b="0">
                <a:solidFill>
                  <a:srgbClr val="191919"/>
                </a:solidFill>
              </a:defRPr>
            </a:pPr>
            <a:r>
              <a:rPr sz="1725" b="0">
                <a:solidFill>
                  <a:srgbClr val="191919"/>
                </a:solidFill>
              </a:rPr>
              <a:t>Credited roles</a:t>
            </a:r>
          </a:p>
        </p:txBody>
      </p:sp>
      <p:sp>
        <p:nvSpPr>
          <p:cNvPr id="8" name="stat-3">
            <a:extLst xmlns:a="http://schemas.openxmlformats.org/drawingml/2006/main">
              <a:ext uri="{FF2B5EF4-FFF2-40B4-BE49-F238E27FC236}">
                <a16:creationId xmlns:a16="http://schemas.microsoft.com/office/drawing/2014/main" id="{15798056-D1BF-4781-9B77-453F35D93F3D}"/>
              </a:ext>
            </a:extLst>
          </p:cNvPr>
          <p:cNvSpPr>
            <a:spLocks xmlns:a="http://schemas.openxmlformats.org/drawingml/2006/main" noGrp="1"/>
          </p:cNvSpPr>
          <p:nvPr/>
        </p:nvSpPr>
        <p:spPr>
          <a:xfrm xmlns:a="http://schemas.openxmlformats.org/drawingml/2006/main">
            <a:off x="4572000" y="2781300"/>
            <a:ext cx="3667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900" b="1">
                <a:solidFill>
                  <a:srgbClr val="191919"/>
                </a:solidFill>
              </a:defRPr>
            </a:defPPr>
          </a:lstStyle>
          <a:p xmlns:a="http://schemas.openxmlformats.org/drawingml/2006/main">
            <a:pPr algn="l">
              <a:defRPr sz="3900" b="1">
                <a:solidFill>
                  <a:srgbClr val="191919"/>
                </a:solidFill>
              </a:defRPr>
            </a:pPr>
            <a:r>
              <a:rPr sz="3900" b="1">
                <a:solidFill>
                  <a:srgbClr val="191919"/>
                </a:solidFill>
              </a:rPr>
              <a:t>218,993</a:t>
            </a:r>
          </a:p>
        </p:txBody>
      </p:sp>
      <p:sp>
        <p:nvSpPr>
          <p:cNvPr id="9" name="stat-label-3">
            <a:extLst xmlns:a="http://schemas.openxmlformats.org/drawingml/2006/main">
              <a:ext uri="{FF2B5EF4-FFF2-40B4-BE49-F238E27FC236}">
                <a16:creationId xmlns:a16="http://schemas.microsoft.com/office/drawing/2014/main" id="{B35F633B-972F-4536-AEBF-50F2A6A9EE06}"/>
              </a:ext>
            </a:extLst>
          </p:cNvPr>
          <p:cNvSpPr>
            <a:spLocks xmlns:a="http://schemas.openxmlformats.org/drawingml/2006/main" noGrp="1"/>
          </p:cNvSpPr>
          <p:nvPr/>
        </p:nvSpPr>
        <p:spPr>
          <a:xfrm xmlns:a="http://schemas.openxmlformats.org/drawingml/2006/main">
            <a:off x="4572000" y="3505200"/>
            <a:ext cx="3667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191919"/>
                </a:solidFill>
              </a:defRPr>
            </a:defPPr>
          </a:lstStyle>
          <a:p xmlns:a="http://schemas.openxmlformats.org/drawingml/2006/main">
            <a:pPr algn="l">
              <a:defRPr sz="1725" b="0">
                <a:solidFill>
                  <a:srgbClr val="191919"/>
                </a:solidFill>
              </a:defRPr>
            </a:pPr>
            <a:r>
              <a:rPr sz="1725" b="0">
                <a:solidFill>
                  <a:srgbClr val="191919"/>
                </a:solidFill>
              </a:rPr>
              <a:t>Source assertions</a:t>
            </a:r>
          </a:p>
        </p:txBody>
      </p:sp>
    </p:spTree>
    <p:extLst>
      <p:ext uri="{BB962C8B-B14F-4D97-AF65-F5344CB8AC3E}">
        <p14:creationId xmlns:p14="http://schemas.microsoft.com/office/powerpoint/2010/main" val="208657138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136D1B-43B7-45BD-81EB-26AEF2213781}"/>
              </a:ext>
            </a:extLst>
          </p:cNvPr>
          <p:cNvSpPr>
            <a:spLocks xmlns:a="http://schemas.openxmlformats.org/drawingml/2006/main" noGrp="1"/>
          </p:cNvSpPr>
          <p:nvPr/>
        </p:nvSpPr>
        <p:spPr>
          <a:xfrm xmlns:a="http://schemas.openxmlformats.org/drawingml/2006/main">
            <a:off x="1143000" y="457200"/>
            <a:ext cx="7419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Movie identity resolution</a:t>
            </a:r>
          </a:p>
        </p:txBody>
      </p:sp>
      <p:sp>
        <p:nvSpPr>
          <p:cNvPr id="2" name="body">
            <a:extLst xmlns:a="http://schemas.openxmlformats.org/drawingml/2006/main">
              <a:ext uri="{FF2B5EF4-FFF2-40B4-BE49-F238E27FC236}">
                <a16:creationId xmlns:a16="http://schemas.microsoft.com/office/drawing/2014/main" id="{7F4619B7-DAA1-4BE6-A9E1-E3175ADBCDFD}"/>
              </a:ext>
            </a:extLst>
          </p:cNvPr>
          <p:cNvSpPr>
            <a:spLocks xmlns:a="http://schemas.openxmlformats.org/drawingml/2006/main" noGrp="1"/>
          </p:cNvSpPr>
          <p:nvPr/>
        </p:nvSpPr>
        <p:spPr>
          <a:xfrm xmlns:a="http://schemas.openxmlformats.org/drawingml/2006/main">
            <a:off x="1143000" y="1285875"/>
            <a:ext cx="70961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191919"/>
                </a:solidFill>
              </a:defRPr>
            </a:defPPr>
          </a:lstStyle>
          <a:p xmlns:a="http://schemas.openxmlformats.org/drawingml/2006/main">
            <a:pPr algn="l">
              <a:defRPr sz="1800" b="0">
                <a:solidFill>
                  <a:srgbClr val="191919"/>
                </a:solidFill>
              </a:defRPr>
            </a:pPr>
            <a:r>
              <a:rPr sz="1800" b="0">
                <a:solidFill>
                  <a:srgbClr val="191919"/>
                </a:solidFill>
              </a:rPr>
              <a:t>Shared Wikidata, IMDb, TMDB and Wikipedia identities provide the primary joins.</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A unique normalized title and year provides a guarded fallback.</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Conflicting identifiers and ambiguous titles remain review items.</a:t>
            </a:r>
          </a:p>
        </p:txBody>
      </p:sp>
    </p:spTree>
    <p:extLst>
      <p:ext uri="{BB962C8B-B14F-4D97-AF65-F5344CB8AC3E}">
        <p14:creationId xmlns:p14="http://schemas.microsoft.com/office/powerpoint/2010/main" val="185928479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CAEF8A-2195-4772-9436-71558187BEEC}"/>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Evidence and quality</a:t>
            </a:r>
          </a:p>
        </p:txBody>
      </p:sp>
      <p:sp>
        <p:nvSpPr>
          <p:cNvPr id="2" name="body">
            <a:extLst xmlns:a="http://schemas.openxmlformats.org/drawingml/2006/main">
              <a:ext uri="{FF2B5EF4-FFF2-40B4-BE49-F238E27FC236}">
                <a16:creationId xmlns:a16="http://schemas.microsoft.com/office/drawing/2014/main" id="{572BEB30-BC90-4FE2-ACA7-F5356BE48587}"/>
              </a:ext>
            </a:extLst>
          </p:cNvPr>
          <p:cNvSpPr>
            <a:spLocks xmlns:a="http://schemas.openxmlformats.org/drawingml/2006/main" noGrp="1"/>
          </p:cNvSpPr>
          <p:nvPr/>
        </p:nvSpPr>
        <p:spPr>
          <a:xfrm xmlns:a="http://schemas.openxmlformats.org/drawingml/2006/main">
            <a:off x="571500" y="1285875"/>
            <a:ext cx="7667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191919"/>
                </a:solidFill>
              </a:defRPr>
            </a:defPPr>
          </a:lstStyle>
          <a:p xmlns:a="http://schemas.openxmlformats.org/drawingml/2006/main">
            <a:pPr algn="l">
              <a:defRPr sz="1800" b="0">
                <a:solidFill>
                  <a:srgbClr val="191919"/>
                </a:solidFill>
              </a:defRPr>
            </a:pPr>
            <a:r>
              <a:rPr sz="1800" b="0">
                <a:solidFill>
                  <a:srgbClr val="191919"/>
                </a:solidFill>
              </a:rPr>
              <a:t>The crosswalk links original records to canonical film IDs.</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Accepted assertions retain source file, logical row, URL and evidence where available.</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Automatic text candidates remain outside accepted graph edges.</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Missing evidence is never replaced with an inferred coordinate.</a:t>
            </a:r>
          </a:p>
        </p:txBody>
      </p:sp>
    </p:spTree>
    <p:extLst>
      <p:ext uri="{BB962C8B-B14F-4D97-AF65-F5344CB8AC3E}">
        <p14:creationId xmlns:p14="http://schemas.microsoft.com/office/powerpoint/2010/main" val="166545792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C1688C-58A0-404E-A434-1DAA8AFCBAB2}"/>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Songs, people and characters</a:t>
            </a:r>
          </a:p>
        </p:txBody>
      </p:sp>
      <p:graphicFrame>
        <p:nvGraphicFramePr>
          <p:cNvPr id="2" name="">
            <a:extLst xmlns:a="http://schemas.openxmlformats.org/drawingml/2006/main">
              <a:ext uri="{FF2B5EF4-FFF2-40B4-BE49-F238E27FC236}">
                <a16:creationId xmlns:a16="http://schemas.microsoft.com/office/drawing/2014/main" id="{F1A1C796-8397-449B-82BB-54A91D0C20DA}"/>
              </a:ext>
            </a:extLst>
          </p:cNvPr>
          <p:cNvGraphicFramePr/>
          <p:nvPr/>
        </p:nvGraphicFramePr>
        <p:xfrm>
          <a:off xmlns:a="http://schemas.openxmlformats.org/drawingml/2006/main" x="571500" y="1238250"/>
          <a:ext xmlns:a="http://schemas.openxmlformats.org/drawingml/2006/main" cx="7620000" cy="2286000"/>
        </p:xfrm>
        <a:graphic xmlns:a="http://schemas.openxmlformats.org/drawingml/2006/main">
          <a:graphicData uri="http://schemas.openxmlformats.org/drawingml/2006/table">
            <a:tbl>
              <a:tblPr/>
              <a:tblGrid>
                <a:gridCol w="3810000"/>
                <a:gridCol w="3810000"/>
              </a:tblGrid>
              <a:tr h="457200">
                <a:tc>
                  <a:txBody>
                    <a:bodyPr/>
                    <a:lstStyle/>
                    <a:p>
                      <a:pPr algn="l"/>
                      <a:r>
                        <a:rPr sz="1725" b="1">
                          <a:solidFill>
                            <a:srgbClr val="191919"/>
                          </a:solidFill>
                        </a:rPr>
                        <a:t>Link</a:t>
                      </a:r>
                    </a:p>
                  </a:txBody>
                  <a:tcPr marL="91440" marR="91440" marT="45720" marB="45720" anchor="ctr">
                    <a:lnL w="6668">
                      <a:solidFill>
                        <a:srgbClr val="BCB6AA"/>
                      </a:solidFill>
                      <a:prstDash val="solid"/>
                    </a:lnL>
                    <a:lnR w="6668">
                      <a:solidFill>
                        <a:srgbClr val="BCB6AA"/>
                      </a:solidFill>
                      <a:prstDash val="solid"/>
                    </a:lnR>
                    <a:lnT w="6668">
                      <a:solidFill>
                        <a:srgbClr val="BCB6AA"/>
                      </a:solidFill>
                      <a:prstDash val="solid"/>
                    </a:lnT>
                    <a:lnB w="6668">
                      <a:solidFill>
                        <a:srgbClr val="BCB6AA"/>
                      </a:solidFill>
                      <a:prstDash val="solid"/>
                    </a:lnB>
                    <a:solidFill>
                      <a:srgbClr val="FFD2D7"/>
                    </a:solidFill>
                  </a:tcPr>
                </a:tc>
                <a:tc>
                  <a:txBody>
                    <a:bodyPr/>
                    <a:lstStyle/>
                    <a:p>
                      <a:pPr algn="l"/>
                      <a:r>
                        <a:rPr sz="1725" b="1">
                          <a:solidFill>
                            <a:srgbClr val="191919"/>
                          </a:solidFill>
                        </a:rPr>
                        <a:t>Identity rule</a:t>
                      </a:r>
                    </a:p>
                  </a:txBody>
                  <a:tcPr marL="91440" marR="91440" marT="45720" marB="45720" anchor="ctr">
                    <a:lnR w="6668">
                      <a:solidFill>
                        <a:srgbClr val="BCB6AA"/>
                      </a:solidFill>
                      <a:prstDash val="solid"/>
                    </a:lnR>
                    <a:lnT w="6668">
                      <a:solidFill>
                        <a:srgbClr val="BCB6AA"/>
                      </a:solidFill>
                      <a:prstDash val="solid"/>
                    </a:lnT>
                    <a:lnB w="6668">
                      <a:solidFill>
                        <a:srgbClr val="BCB6AA"/>
                      </a:solidFill>
                      <a:prstDash val="solid"/>
                    </a:lnB>
                    <a:solidFill>
                      <a:srgbClr val="FFD2D7"/>
                    </a:solidFill>
                  </a:tcPr>
                </a:tc>
              </a:tr>
              <a:tr h="457200">
                <a:tc>
                  <a:txBody>
                    <a:bodyPr/>
                    <a:lstStyle/>
                    <a:p>
                      <a:pPr algn="l"/>
                      <a:r>
                        <a:rPr sz="1725" b="0">
                          <a:solidFill>
                            <a:srgbClr val="191919"/>
                          </a:solidFill>
                        </a:rPr>
                        <a:t>Song to film</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Resolve film identity and check release year</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57200">
                <a:tc>
                  <a:txBody>
                    <a:bodyPr/>
                    <a:lstStyle/>
                    <a:p>
                      <a:pPr algn="l"/>
                      <a:r>
                        <a:rPr sz="1725" b="0">
                          <a:solidFill>
                            <a:srgbClr val="191919"/>
                          </a:solidFill>
                        </a:rPr>
                        <a:t>Song to music credit</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Scope name-only credits to source and film</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57200">
                <a:tc>
                  <a:txBody>
                    <a:bodyPr/>
                    <a:lstStyle/>
                    <a:p>
                      <a:pPr algn="l"/>
                      <a:r>
                        <a:rPr sz="1725" b="0">
                          <a:solidFill>
                            <a:srgbClr val="191919"/>
                          </a:solidFill>
                        </a:rPr>
                        <a:t>Person to character</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Scope the credited role to performer and film</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57200">
                <a:tc>
                  <a:txBody>
                    <a:bodyPr/>
                    <a:lstStyle/>
                    <a:p>
                      <a:pPr algn="l"/>
                      <a:r>
                        <a:rPr sz="1725" b="0">
                          <a:solidFill>
                            <a:srgbClr val="191919"/>
                          </a:solidFill>
                        </a:rPr>
                        <a:t>Film to genre</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Use the supplied TMDB genre taxonomy</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bl>
          </a:graphicData>
        </a:graphic>
      </p:graphicFrame>
    </p:spTree>
    <p:extLst>
      <p:ext uri="{BB962C8B-B14F-4D97-AF65-F5344CB8AC3E}">
        <p14:creationId xmlns:p14="http://schemas.microsoft.com/office/powerpoint/2010/main" val="199265432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5712007-B08F-4916-BBBE-251FDFCE773B}"/>
              </a:ext>
            </a:extLst>
          </p:cNvPr>
          <p:cNvSpPr>
            <a:spLocks xmlns:a="http://schemas.openxmlformats.org/drawingml/2006/main" noGrp="1"/>
          </p:cNvSpPr>
          <p:nvPr/>
        </p:nvSpPr>
        <p:spPr>
          <a:xfrm xmlns:a="http://schemas.openxmlformats.org/drawingml/2006/main">
            <a:off x="1143000" y="457200"/>
            <a:ext cx="7419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Knowledge graph example</a:t>
            </a:r>
          </a:p>
        </p:txBody>
      </p:sp>
      <p:pic>
        <p:nvPicPr>
          <p:cNvPr id="2" name="">
            <a:extLst xmlns:a="http://schemas.openxmlformats.org/drawingml/2006/main">
              <a:ext uri="{FF2B5EF4-FFF2-40B4-BE49-F238E27FC236}">
                <a16:creationId xmlns:a16="http://schemas.microsoft.com/office/drawing/2014/main" id="{14A09FF4-6F5D-4CD0-B7F2-CFA970BFF9FE}"/>
              </a:ext>
            </a:extLst>
          </p:cNvPr>
          <p:cNvPicPr>
            <a:picLocks xmlns:a="http://schemas.openxmlformats.org/drawingml/2006/main" noChangeAspect="1"/>
          </p:cNvPicPr>
          <p:nvPr/>
        </p:nvPicPr>
        <p:blipFill>
          <a:blip xmlns:r="http://schemas.openxmlformats.org/officeDocument/2006/relationships" xmlns:a="http://schemas.openxmlformats.org/drawingml/2006/main" r:embed="R0ef77d36860a447a">
            <a:extLst>
              <a:ext uri="{96DAC541-7B7A-43D3-8B79-37D633B846F1}">
                <asvg:svgBlip xmlns:asvg="http://schemas.microsoft.com/office/drawing/2016/SVG/main" r:embed="R7856bfe9bc624173"/>
              </a:ext>
            </a:extLst>
          </a:blip>
          <a:stretch xmlns:a="http://schemas.openxmlformats.org/drawingml/2006/main"/>
        </p:blipFill>
        <p:spPr>
          <a:xfrm xmlns:a="http://schemas.openxmlformats.org/drawingml/2006/main">
            <a:off x="1143000" y="1257300"/>
            <a:ext cx="7191375" cy="30099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1B87C255-697C-41CA-9CD2-EBB53D9E0247}"/>
              </a:ext>
            </a:extLst>
          </p:cNvPr>
          <p:cNvSpPr>
            <a:spLocks xmlns:a="http://schemas.openxmlformats.org/drawingml/2006/main" noGrp="1"/>
          </p:cNvSpPr>
          <p:nvPr/>
        </p:nvSpPr>
        <p:spPr>
          <a:xfrm xmlns:a="http://schemas.openxmlformats.org/drawingml/2006/main">
            <a:off x="1143000" y="4314825"/>
            <a:ext cx="7191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191919"/>
                </a:solidFill>
              </a:defRPr>
            </a:defPPr>
          </a:lstStyle>
          <a:p xmlns:a="http://schemas.openxmlformats.org/drawingml/2006/main">
            <a:pPr algn="l">
              <a:defRPr sz="1425" b="0">
                <a:solidFill>
                  <a:srgbClr val="191919"/>
                </a:solidFill>
              </a:defRPr>
            </a:pPr>
            <a:r>
              <a:rPr sz="1425" b="0">
                <a:solidFill>
                  <a:srgbClr val="191919"/>
                </a:solidFill>
              </a:rPr>
              <a:t>Jodhaa Akbar: accepted places and genres</a:t>
            </a:r>
          </a:p>
        </p:txBody>
      </p:sp>
    </p:spTree>
    <p:extLst>
      <p:ext uri="{BB962C8B-B14F-4D97-AF65-F5344CB8AC3E}">
        <p14:creationId xmlns:p14="http://schemas.microsoft.com/office/powerpoint/2010/main" val="117170780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002D27-B2C6-41D8-83ED-EE02196D560A}"/>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QGIS joins</a:t>
            </a:r>
          </a:p>
        </p:txBody>
      </p:sp>
      <p:sp>
        <p:nvSpPr>
          <p:cNvPr id="2" name="body">
            <a:extLst xmlns:a="http://schemas.openxmlformats.org/drawingml/2006/main">
              <a:ext uri="{FF2B5EF4-FFF2-40B4-BE49-F238E27FC236}">
                <a16:creationId xmlns:a16="http://schemas.microsoft.com/office/drawing/2014/main" id="{14BA1748-F77C-47A4-9D7D-7237AD060888}"/>
              </a:ext>
            </a:extLst>
          </p:cNvPr>
          <p:cNvSpPr>
            <a:spLocks xmlns:a="http://schemas.openxmlformats.org/drawingml/2006/main" noGrp="1"/>
          </p:cNvSpPr>
          <p:nvPr/>
        </p:nvSpPr>
        <p:spPr>
          <a:xfrm xmlns:a="http://schemas.openxmlformats.org/drawingml/2006/main">
            <a:off x="571500" y="1285875"/>
            <a:ext cx="7667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191919"/>
                </a:solidFill>
              </a:defRPr>
            </a:defPPr>
          </a:lstStyle>
          <a:p xmlns:a="http://schemas.openxmlformats.org/drawingml/2006/main">
            <a:pPr algn="l">
              <a:defRPr sz="1800" b="0">
                <a:solidFill>
                  <a:srgbClr val="191919"/>
                </a:solidFill>
              </a:defRPr>
            </a:pPr>
            <a:r>
              <a:rPr sz="1800" b="0">
                <a:solidFill>
                  <a:srgbClr val="191919"/>
                </a:solidFill>
              </a:rPr>
              <a:t>Join supported assertions to movies using canonical film IDs.</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Join each assertion to its place geometry with a one-to-many field join.</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Keep filming and narrative layers separate.</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The updated project contains 22 persistent layers and nine linked-table relations.</a:t>
            </a:r>
          </a:p>
        </p:txBody>
      </p:sp>
    </p:spTree>
    <p:extLst>
      <p:ext uri="{BB962C8B-B14F-4D97-AF65-F5344CB8AC3E}">
        <p14:creationId xmlns:p14="http://schemas.microsoft.com/office/powerpoint/2010/main" val="91355905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09FEF08-C2DD-42CF-BE25-E504F50531C3}"/>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India geographic overview</a:t>
            </a:r>
          </a:p>
        </p:txBody>
      </p:sp>
      <p:pic>
        <p:nvPicPr>
          <p:cNvPr id="2" name="">
            <a:extLst xmlns:a="http://schemas.openxmlformats.org/drawingml/2006/main">
              <a:ext uri="{FF2B5EF4-FFF2-40B4-BE49-F238E27FC236}">
                <a16:creationId xmlns:a16="http://schemas.microsoft.com/office/drawing/2014/main" id="{6E1AC867-1323-4F40-AA4F-6D24FFD015D5}"/>
              </a:ext>
            </a:extLst>
          </p:cNvPr>
          <p:cNvPicPr>
            <a:picLocks xmlns:a="http://schemas.openxmlformats.org/drawingml/2006/main" noChangeAspect="1"/>
          </p:cNvPicPr>
          <p:nvPr/>
        </p:nvPicPr>
        <p:blipFill>
          <a:blip xmlns:r="http://schemas.openxmlformats.org/officeDocument/2006/relationships" xmlns:a="http://schemas.openxmlformats.org/drawingml/2006/main" r:embed="R236d6f2241a547a6"/>
          <a:stretch xmlns:a="http://schemas.openxmlformats.org/drawingml/2006/main"/>
        </p:blipFill>
        <p:spPr>
          <a:xfrm xmlns:a="http://schemas.openxmlformats.org/drawingml/2006/main">
            <a:off x="2324150" y="1257300"/>
            <a:ext cx="4257574" cy="30099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2712F4F8-A73F-487C-BE76-A50FD7766B21}"/>
              </a:ext>
            </a:extLst>
          </p:cNvPr>
          <p:cNvSpPr>
            <a:spLocks xmlns:a="http://schemas.openxmlformats.org/drawingml/2006/main" noGrp="1"/>
          </p:cNvSpPr>
          <p:nvPr/>
        </p:nvSpPr>
        <p:spPr>
          <a:xfrm xmlns:a="http://schemas.openxmlformats.org/drawingml/2006/main">
            <a:off x="571500" y="4314825"/>
            <a:ext cx="7762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191919"/>
                </a:solidFill>
              </a:defRPr>
            </a:defPPr>
          </a:lstStyle>
          <a:p xmlns:a="http://schemas.openxmlformats.org/drawingml/2006/main">
            <a:pPr algn="l">
              <a:defRPr sz="1425" b="0">
                <a:solidFill>
                  <a:srgbClr val="191919"/>
                </a:solidFill>
              </a:defRPr>
            </a:pPr>
            <a:r>
              <a:rPr sz="1425" b="0">
                <a:solidFill>
                  <a:srgbClr val="191919"/>
                </a:solidFill>
              </a:rPr>
              <a:t>Heritage and sourced filming-reference points</a:t>
            </a:r>
          </a:p>
        </p:txBody>
      </p:sp>
    </p:spTree>
    <p:extLst>
      <p:ext uri="{BB962C8B-B14F-4D97-AF65-F5344CB8AC3E}">
        <p14:creationId xmlns:p14="http://schemas.microsoft.com/office/powerpoint/2010/main" val="60383401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3E539D8-C35B-4270-9523-7EF9A626B8D3}"/>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The 5 km spatial query</a:t>
            </a:r>
          </a:p>
        </p:txBody>
      </p:sp>
      <p:pic>
        <p:nvPicPr>
          <p:cNvPr id="2" name="">
            <a:extLst xmlns:a="http://schemas.openxmlformats.org/drawingml/2006/main">
              <a:ext uri="{FF2B5EF4-FFF2-40B4-BE49-F238E27FC236}">
                <a16:creationId xmlns:a16="http://schemas.microsoft.com/office/drawing/2014/main" id="{BF3321D5-F5DC-4698-B095-B92FFE46A29A}"/>
              </a:ext>
            </a:extLst>
          </p:cNvPr>
          <p:cNvPicPr>
            <a:picLocks xmlns:a="http://schemas.openxmlformats.org/drawingml/2006/main" noChangeAspect="1"/>
          </p:cNvPicPr>
          <p:nvPr/>
        </p:nvPicPr>
        <p:blipFill>
          <a:blip xmlns:r="http://schemas.openxmlformats.org/officeDocument/2006/relationships" xmlns:a="http://schemas.openxmlformats.org/drawingml/2006/main" r:embed="R75ffafe977e847a6"/>
          <a:stretch xmlns:a="http://schemas.openxmlformats.org/drawingml/2006/main"/>
        </p:blipFill>
        <p:spPr>
          <a:xfrm xmlns:a="http://schemas.openxmlformats.org/drawingml/2006/main">
            <a:off x="2324150" y="1257300"/>
            <a:ext cx="4257574" cy="30099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F90119A3-7924-4BAE-9D5B-097156312509}"/>
              </a:ext>
            </a:extLst>
          </p:cNvPr>
          <p:cNvSpPr>
            <a:spLocks xmlns:a="http://schemas.openxmlformats.org/drawingml/2006/main" noGrp="1"/>
          </p:cNvSpPr>
          <p:nvPr/>
        </p:nvSpPr>
        <p:spPr>
          <a:xfrm xmlns:a="http://schemas.openxmlformats.org/drawingml/2006/main">
            <a:off x="571500" y="4314825"/>
            <a:ext cx="7762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191919"/>
                </a:solidFill>
              </a:defRPr>
            </a:defPPr>
          </a:lstStyle>
          <a:p xmlns:a="http://schemas.openxmlformats.org/drawingml/2006/main">
            <a:pPr algn="l">
              <a:defRPr sz="1425" b="0">
                <a:solidFill>
                  <a:srgbClr val="191919"/>
                </a:solidFill>
              </a:defRPr>
            </a:pPr>
            <a:r>
              <a:rPr sz="1425" b="0">
                <a:solidFill>
                  <a:srgbClr val="191919"/>
                </a:solidFill>
              </a:rPr>
              <a:t>Projected reference-point analysis in Agra</a:t>
            </a:r>
          </a:p>
        </p:txBody>
      </p:sp>
    </p:spTree>
    <p:extLst>
      <p:ext uri="{BB962C8B-B14F-4D97-AF65-F5344CB8AC3E}">
        <p14:creationId xmlns:p14="http://schemas.microsoft.com/office/powerpoint/2010/main" val="195398675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EA5D0C2D-E941-4242-9DAA-55192E2B8A8E}"/>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Agra query result</a:t>
            </a:r>
          </a:p>
        </p:txBody>
      </p:sp>
      <p:sp>
        <p:nvSpPr>
          <p:cNvPr id="2" name="stat-0">
            <a:extLst xmlns:a="http://schemas.openxmlformats.org/drawingml/2006/main">
              <a:ext uri="{FF2B5EF4-FFF2-40B4-BE49-F238E27FC236}">
                <a16:creationId xmlns:a16="http://schemas.microsoft.com/office/drawing/2014/main" id="{D7F29341-5246-43AB-BB8C-E14F185938BF}"/>
              </a:ext>
            </a:extLst>
          </p:cNvPr>
          <p:cNvSpPr>
            <a:spLocks xmlns:a="http://schemas.openxmlformats.org/drawingml/2006/main" noGrp="1"/>
          </p:cNvSpPr>
          <p:nvPr/>
        </p:nvSpPr>
        <p:spPr>
          <a:xfrm xmlns:a="http://schemas.openxmlformats.org/drawingml/2006/main">
            <a:off x="571500" y="1352550"/>
            <a:ext cx="3667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850" b="1">
                <a:solidFill>
                  <a:srgbClr val="191919"/>
                </a:solidFill>
              </a:defRPr>
            </a:defPPr>
          </a:lstStyle>
          <a:p xmlns:a="http://schemas.openxmlformats.org/drawingml/2006/main">
            <a:pPr algn="l">
              <a:defRPr sz="2850" b="1">
                <a:solidFill>
                  <a:srgbClr val="191919"/>
                </a:solidFill>
              </a:defRPr>
            </a:pPr>
            <a:r>
              <a:rPr sz="2850" b="1">
                <a:solidFill>
                  <a:srgbClr val="191919"/>
                </a:solidFill>
              </a:rPr>
              <a:t>Jodhaa Akbar</a:t>
            </a:r>
          </a:p>
        </p:txBody>
      </p:sp>
      <p:sp>
        <p:nvSpPr>
          <p:cNvPr id="3" name="stat-label-0">
            <a:extLst xmlns:a="http://schemas.openxmlformats.org/drawingml/2006/main">
              <a:ext uri="{FF2B5EF4-FFF2-40B4-BE49-F238E27FC236}">
                <a16:creationId xmlns:a16="http://schemas.microsoft.com/office/drawing/2014/main" id="{5023EEA6-671C-41CA-97FD-CBBCD7466BD1}"/>
              </a:ext>
            </a:extLst>
          </p:cNvPr>
          <p:cNvSpPr>
            <a:spLocks xmlns:a="http://schemas.openxmlformats.org/drawingml/2006/main" noGrp="1"/>
          </p:cNvSpPr>
          <p:nvPr/>
        </p:nvSpPr>
        <p:spPr>
          <a:xfrm xmlns:a="http://schemas.openxmlformats.org/drawingml/2006/main">
            <a:off x="571500" y="2076450"/>
            <a:ext cx="3667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191919"/>
                </a:solidFill>
              </a:defRPr>
            </a:defPPr>
          </a:lstStyle>
          <a:p xmlns:a="http://schemas.openxmlformats.org/drawingml/2006/main">
            <a:pPr algn="l">
              <a:defRPr sz="1725" b="0">
                <a:solidFill>
                  <a:srgbClr val="191919"/>
                </a:solidFill>
              </a:defRPr>
            </a:pPr>
            <a:r>
              <a:rPr sz="1725" b="0">
                <a:solidFill>
                  <a:srgbClr val="191919"/>
                </a:solidFill>
              </a:rPr>
              <a:t>Film</a:t>
            </a:r>
          </a:p>
        </p:txBody>
      </p:sp>
      <p:sp>
        <p:nvSpPr>
          <p:cNvPr id="4" name="stat-1">
            <a:extLst xmlns:a="http://schemas.openxmlformats.org/drawingml/2006/main">
              <a:ext uri="{FF2B5EF4-FFF2-40B4-BE49-F238E27FC236}">
                <a16:creationId xmlns:a16="http://schemas.microsoft.com/office/drawing/2014/main" id="{E74C4498-2EEE-4189-8A8B-95CD83CD0552}"/>
              </a:ext>
            </a:extLst>
          </p:cNvPr>
          <p:cNvSpPr>
            <a:spLocks xmlns:a="http://schemas.openxmlformats.org/drawingml/2006/main" noGrp="1"/>
          </p:cNvSpPr>
          <p:nvPr/>
        </p:nvSpPr>
        <p:spPr>
          <a:xfrm xmlns:a="http://schemas.openxmlformats.org/drawingml/2006/main">
            <a:off x="4572000" y="1352550"/>
            <a:ext cx="3667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850" b="1">
                <a:solidFill>
                  <a:srgbClr val="191919"/>
                </a:solidFill>
              </a:defRPr>
            </a:defPPr>
          </a:lstStyle>
          <a:p xmlns:a="http://schemas.openxmlformats.org/drawingml/2006/main">
            <a:pPr algn="l">
              <a:defRPr sz="2850" b="1">
                <a:solidFill>
                  <a:srgbClr val="191919"/>
                </a:solidFill>
              </a:defRPr>
            </a:pPr>
            <a:r>
              <a:rPr sz="2850" b="1">
                <a:solidFill>
                  <a:srgbClr val="191919"/>
                </a:solidFill>
              </a:rPr>
              <a:t>Agra Fort</a:t>
            </a:r>
          </a:p>
        </p:txBody>
      </p:sp>
      <p:sp>
        <p:nvSpPr>
          <p:cNvPr id="5" name="stat-label-1">
            <a:extLst xmlns:a="http://schemas.openxmlformats.org/drawingml/2006/main">
              <a:ext uri="{FF2B5EF4-FFF2-40B4-BE49-F238E27FC236}">
                <a16:creationId xmlns:a16="http://schemas.microsoft.com/office/drawing/2014/main" id="{A033B538-B271-43E2-BD77-7309306C365C}"/>
              </a:ext>
            </a:extLst>
          </p:cNvPr>
          <p:cNvSpPr>
            <a:spLocks xmlns:a="http://schemas.openxmlformats.org/drawingml/2006/main" noGrp="1"/>
          </p:cNvSpPr>
          <p:nvPr/>
        </p:nvSpPr>
        <p:spPr>
          <a:xfrm xmlns:a="http://schemas.openxmlformats.org/drawingml/2006/main">
            <a:off x="4572000" y="2076450"/>
            <a:ext cx="3667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191919"/>
                </a:solidFill>
              </a:defRPr>
            </a:defPPr>
          </a:lstStyle>
          <a:p xmlns:a="http://schemas.openxmlformats.org/drawingml/2006/main">
            <a:pPr algn="l">
              <a:defRPr sz="1725" b="0">
                <a:solidFill>
                  <a:srgbClr val="191919"/>
                </a:solidFill>
              </a:defRPr>
            </a:pPr>
            <a:r>
              <a:rPr sz="1725" b="0">
                <a:solidFill>
                  <a:srgbClr val="191919"/>
                </a:solidFill>
              </a:rPr>
              <a:t>Filming reference</a:t>
            </a:r>
          </a:p>
        </p:txBody>
      </p:sp>
      <p:sp>
        <p:nvSpPr>
          <p:cNvPr id="6" name="stat-2">
            <a:extLst xmlns:a="http://schemas.openxmlformats.org/drawingml/2006/main">
              <a:ext uri="{FF2B5EF4-FFF2-40B4-BE49-F238E27FC236}">
                <a16:creationId xmlns:a16="http://schemas.microsoft.com/office/drawing/2014/main" id="{E02FC7FA-0AAF-415D-88A2-EF8FADABFB4D}"/>
              </a:ext>
            </a:extLst>
          </p:cNvPr>
          <p:cNvSpPr>
            <a:spLocks xmlns:a="http://schemas.openxmlformats.org/drawingml/2006/main" noGrp="1"/>
          </p:cNvSpPr>
          <p:nvPr/>
        </p:nvSpPr>
        <p:spPr>
          <a:xfrm xmlns:a="http://schemas.openxmlformats.org/drawingml/2006/main">
            <a:off x="571500" y="2781300"/>
            <a:ext cx="3667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850" b="1">
                <a:solidFill>
                  <a:srgbClr val="191919"/>
                </a:solidFill>
              </a:defRPr>
            </a:defPPr>
          </a:lstStyle>
          <a:p xmlns:a="http://schemas.openxmlformats.org/drawingml/2006/main">
            <a:pPr algn="l">
              <a:defRPr sz="2850" b="1">
                <a:solidFill>
                  <a:srgbClr val="191919"/>
                </a:solidFill>
              </a:defRPr>
            </a:pPr>
            <a:r>
              <a:rPr sz="2850" b="1">
                <a:solidFill>
                  <a:srgbClr val="191919"/>
                </a:solidFill>
              </a:rPr>
              <a:t>2.145 km</a:t>
            </a:r>
          </a:p>
        </p:txBody>
      </p:sp>
      <p:sp>
        <p:nvSpPr>
          <p:cNvPr id="7" name="stat-label-2">
            <a:extLst xmlns:a="http://schemas.openxmlformats.org/drawingml/2006/main">
              <a:ext uri="{FF2B5EF4-FFF2-40B4-BE49-F238E27FC236}">
                <a16:creationId xmlns:a16="http://schemas.microsoft.com/office/drawing/2014/main" id="{95BC84AE-34C6-4C36-8563-13512A123BC0}"/>
              </a:ext>
            </a:extLst>
          </p:cNvPr>
          <p:cNvSpPr>
            <a:spLocks xmlns:a="http://schemas.openxmlformats.org/drawingml/2006/main" noGrp="1"/>
          </p:cNvSpPr>
          <p:nvPr/>
        </p:nvSpPr>
        <p:spPr>
          <a:xfrm xmlns:a="http://schemas.openxmlformats.org/drawingml/2006/main">
            <a:off x="571500" y="3505200"/>
            <a:ext cx="3667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191919"/>
                </a:solidFill>
              </a:defRPr>
            </a:defPPr>
          </a:lstStyle>
          <a:p xmlns:a="http://schemas.openxmlformats.org/drawingml/2006/main">
            <a:pPr algn="l">
              <a:defRPr sz="1725" b="0">
                <a:solidFill>
                  <a:srgbClr val="191919"/>
                </a:solidFill>
              </a:defRPr>
            </a:pPr>
            <a:r>
              <a:rPr sz="1725" b="0">
                <a:solidFill>
                  <a:srgbClr val="191919"/>
                </a:solidFill>
              </a:rPr>
              <a:t>Distance</a:t>
            </a:r>
          </a:p>
        </p:txBody>
      </p:sp>
      <p:sp>
        <p:nvSpPr>
          <p:cNvPr id="8" name="stat-3">
            <a:extLst xmlns:a="http://schemas.openxmlformats.org/drawingml/2006/main">
              <a:ext uri="{FF2B5EF4-FFF2-40B4-BE49-F238E27FC236}">
                <a16:creationId xmlns:a16="http://schemas.microsoft.com/office/drawing/2014/main" id="{5F7FB2F5-36F5-4273-93B6-3E68BC71A55D}"/>
              </a:ext>
            </a:extLst>
          </p:cNvPr>
          <p:cNvSpPr>
            <a:spLocks xmlns:a="http://schemas.openxmlformats.org/drawingml/2006/main" noGrp="1"/>
          </p:cNvSpPr>
          <p:nvPr/>
        </p:nvSpPr>
        <p:spPr>
          <a:xfrm xmlns:a="http://schemas.openxmlformats.org/drawingml/2006/main">
            <a:off x="4572000" y="2781300"/>
            <a:ext cx="3667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850" b="1">
                <a:solidFill>
                  <a:srgbClr val="191919"/>
                </a:solidFill>
              </a:defRPr>
            </a:defPPr>
          </a:lstStyle>
          <a:p xmlns:a="http://schemas.openxmlformats.org/drawingml/2006/main">
            <a:pPr algn="l">
              <a:defRPr sz="2850" b="1">
                <a:solidFill>
                  <a:srgbClr val="191919"/>
                </a:solidFill>
              </a:defRPr>
            </a:pPr>
            <a:r>
              <a:rPr sz="2850" b="1">
                <a:solidFill>
                  <a:srgbClr val="191919"/>
                </a:solidFill>
              </a:rPr>
              <a:t>Filmapia row 76</a:t>
            </a:r>
          </a:p>
        </p:txBody>
      </p:sp>
      <p:sp>
        <p:nvSpPr>
          <p:cNvPr id="9" name="stat-label-3">
            <a:extLst xmlns:a="http://schemas.openxmlformats.org/drawingml/2006/main">
              <a:ext uri="{FF2B5EF4-FFF2-40B4-BE49-F238E27FC236}">
                <a16:creationId xmlns:a16="http://schemas.microsoft.com/office/drawing/2014/main" id="{CC2AF526-16DF-4BA4-BA7E-B984F83F7050}"/>
              </a:ext>
            </a:extLst>
          </p:cNvPr>
          <p:cNvSpPr>
            <a:spLocks xmlns:a="http://schemas.openxmlformats.org/drawingml/2006/main" noGrp="1"/>
          </p:cNvSpPr>
          <p:nvPr/>
        </p:nvSpPr>
        <p:spPr>
          <a:xfrm xmlns:a="http://schemas.openxmlformats.org/drawingml/2006/main">
            <a:off x="4572000" y="3505200"/>
            <a:ext cx="3667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191919"/>
                </a:solidFill>
              </a:defRPr>
            </a:defPPr>
          </a:lstStyle>
          <a:p xmlns:a="http://schemas.openxmlformats.org/drawingml/2006/main">
            <a:pPr algn="l">
              <a:defRPr sz="1725" b="0">
                <a:solidFill>
                  <a:srgbClr val="191919"/>
                </a:solidFill>
              </a:defRPr>
            </a:pPr>
            <a:r>
              <a:rPr sz="1725" b="0">
                <a:solidFill>
                  <a:srgbClr val="191919"/>
                </a:solidFill>
              </a:rPr>
              <a:t>Original record</a:t>
            </a:r>
          </a:p>
        </p:txBody>
      </p:sp>
    </p:spTree>
    <p:extLst>
      <p:ext uri="{BB962C8B-B14F-4D97-AF65-F5344CB8AC3E}">
        <p14:creationId xmlns:p14="http://schemas.microsoft.com/office/powerpoint/2010/main" val="156759042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2D5A0FA-5486-41D6-A987-15399A15BBFB}"/>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solidFill xmlns:a="http://schemas.openxmlformats.org/drawingml/2006/main">
            <a:srgbClr val="FDF8EE"/>
          </a:solidFill>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Places in Romance-tagged films</a:t>
            </a:r>
          </a:p>
        </p:txBody>
      </p:sp>
      <p:graphicFrame>
        <p:nvGraphicFramePr>
          <p:cNvPr id="2" name="Chart">
            <a:extLst xmlns:a="http://schemas.openxmlformats.org/drawingml/2006/main">
              <a:ext uri="{FF2B5EF4-FFF2-40B4-BE49-F238E27FC236}">
                <a16:creationId xmlns:a16="http://schemas.microsoft.com/office/drawing/2014/main" id="{B0E00A70-CA0B-456A-BA0D-E183141EEC13}"/>
              </a:ext>
            </a:extLst>
          </p:cNvPr>
          <p:cNvGraphicFramePr/>
          <p:nvPr/>
        </p:nvGraphicFramePr>
        <p:xfrm>
          <a:off xmlns:a="http://schemas.openxmlformats.org/drawingml/2006/main" x="666750" y="1304925"/>
          <a:ext xmlns:a="http://schemas.openxmlformats.org/drawingml/2006/main" cx="7524750" cy="2857500"/>
        </p:xfrm>
        <a:graphic xmlns:a="http://schemas.openxmlformats.org/drawingml/2006/main">
          <a:graphicData uri="http://schemas.openxmlformats.org/drawingml/2006/chart">
            <c:chart xmlns:r="http://schemas.openxmlformats.org/officeDocument/2006/relationships" xmlns:c="http://schemas.openxmlformats.org/drawingml/2006/chart" r:id="R2da6dbd4af2e49ef"/>
          </a:graphicData>
        </a:graphic>
      </p:graphicFrame>
      <p:sp>
        <p:nvSpPr>
          <p:cNvPr id="3" name="chart-caption">
            <a:extLst xmlns:a="http://schemas.openxmlformats.org/drawingml/2006/main">
              <a:ext uri="{FF2B5EF4-FFF2-40B4-BE49-F238E27FC236}">
                <a16:creationId xmlns:a16="http://schemas.microsoft.com/office/drawing/2014/main" id="{C9A6EC9B-D085-4079-B69C-FFB7CCBBBD68}"/>
              </a:ext>
            </a:extLst>
          </p:cNvPr>
          <p:cNvSpPr>
            <a:spLocks xmlns:a="http://schemas.openxmlformats.org/drawingml/2006/main" noGrp="1"/>
          </p:cNvSpPr>
          <p:nvPr/>
        </p:nvSpPr>
        <p:spPr>
          <a:xfrm xmlns:a="http://schemas.openxmlformats.org/drawingml/2006/main">
            <a:off x="666750" y="4257675"/>
            <a:ext cx="752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191919"/>
                </a:solidFill>
              </a:defRPr>
            </a:defPPr>
          </a:lstStyle>
          <a:p xmlns:a="http://schemas.openxmlformats.org/drawingml/2006/main">
            <a:pPr algn="l">
              <a:defRPr sz="1425" b="0">
                <a:solidFill>
                  <a:srgbClr val="191919"/>
                </a:solidFill>
              </a:defRPr>
            </a:pPr>
            <a:r>
              <a:rPr sz="1425" b="0">
                <a:solidFill>
                  <a:srgbClr val="191919"/>
                </a:solidFill>
              </a:rPr>
              <a:t>Distinct Romance-tagged films per place and relationship.</a:t>
            </a:r>
          </a:p>
        </p:txBody>
      </p:sp>
    </p:spTree>
    <p:extLst>
      <p:ext uri="{BB962C8B-B14F-4D97-AF65-F5344CB8AC3E}">
        <p14:creationId xmlns:p14="http://schemas.microsoft.com/office/powerpoint/2010/main" val="68342605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8516D6-7DC4-4645-BF0D-715869E1B43C}"/>
              </a:ext>
            </a:extLst>
          </p:cNvPr>
          <p:cNvSpPr>
            <a:spLocks xmlns:a="http://schemas.openxmlformats.org/drawingml/2006/main" noGrp="1"/>
          </p:cNvSpPr>
          <p:nvPr/>
        </p:nvSpPr>
        <p:spPr>
          <a:xfrm xmlns:a="http://schemas.openxmlformats.org/drawingml/2006/main">
            <a:off x="514350" y="457200"/>
            <a:ext cx="8048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Heritage connections across genres</a:t>
            </a:r>
          </a:p>
        </p:txBody>
      </p:sp>
      <p:graphicFrame>
        <p:nvGraphicFramePr>
          <p:cNvPr id="2" name="">
            <a:extLst xmlns:a="http://schemas.openxmlformats.org/drawingml/2006/main">
              <a:ext uri="{FF2B5EF4-FFF2-40B4-BE49-F238E27FC236}">
                <a16:creationId xmlns:a16="http://schemas.microsoft.com/office/drawing/2014/main" id="{718BA4DA-5242-43C9-901E-4A58D8AA1771}"/>
              </a:ext>
            </a:extLst>
          </p:cNvPr>
          <p:cNvGraphicFramePr/>
          <p:nvPr/>
        </p:nvGraphicFramePr>
        <p:xfrm>
          <a:off xmlns:a="http://schemas.openxmlformats.org/drawingml/2006/main" x="571500" y="1238250"/>
          <a:ext xmlns:a="http://schemas.openxmlformats.org/drawingml/2006/main" cx="7620000" cy="3143250"/>
        </p:xfrm>
        <a:graphic xmlns:a="http://schemas.openxmlformats.org/drawingml/2006/main">
          <a:graphicData uri="http://schemas.openxmlformats.org/drawingml/2006/table">
            <a:tbl>
              <a:tblPr/>
              <a:tblGrid>
                <a:gridCol w="4476750"/>
                <a:gridCol w="1381125"/>
                <a:gridCol w="1381125"/>
              </a:tblGrid>
              <a:tr h="449036">
                <a:tc>
                  <a:txBody>
                    <a:bodyPr/>
                    <a:lstStyle/>
                    <a:p>
                      <a:pPr algn="l"/>
                      <a:r>
                        <a:rPr sz="1725" b="1">
                          <a:solidFill>
                            <a:srgbClr val="191919"/>
                          </a:solidFill>
                        </a:rPr>
                        <a:t>UNESCO property</a:t>
                      </a:r>
                    </a:p>
                  </a:txBody>
                  <a:tcPr marL="91440" marR="91440" marT="45720" marB="45720" anchor="ctr">
                    <a:lnL w="6668">
                      <a:solidFill>
                        <a:srgbClr val="BCB6AA"/>
                      </a:solidFill>
                      <a:prstDash val="solid"/>
                    </a:lnL>
                    <a:lnR w="6668">
                      <a:solidFill>
                        <a:srgbClr val="BCB6AA"/>
                      </a:solidFill>
                      <a:prstDash val="solid"/>
                    </a:lnR>
                    <a:lnT w="6668">
                      <a:solidFill>
                        <a:srgbClr val="BCB6AA"/>
                      </a:solidFill>
                      <a:prstDash val="solid"/>
                    </a:lnT>
                    <a:lnB w="6668">
                      <a:solidFill>
                        <a:srgbClr val="BCB6AA"/>
                      </a:solidFill>
                      <a:prstDash val="solid"/>
                    </a:lnB>
                    <a:solidFill>
                      <a:srgbClr val="FFD2D7"/>
                    </a:solidFill>
                  </a:tcPr>
                </a:tc>
                <a:tc>
                  <a:txBody>
                    <a:bodyPr/>
                    <a:lstStyle/>
                    <a:p>
                      <a:pPr algn="l"/>
                      <a:r>
                        <a:rPr sz="1725" b="1">
                          <a:solidFill>
                            <a:srgbClr val="191919"/>
                          </a:solidFill>
                        </a:rPr>
                        <a:t>Films</a:t>
                      </a:r>
                    </a:p>
                  </a:txBody>
                  <a:tcPr marL="91440" marR="91440" marT="45720" marB="45720" anchor="ctr">
                    <a:lnR w="6668">
                      <a:solidFill>
                        <a:srgbClr val="BCB6AA"/>
                      </a:solidFill>
                      <a:prstDash val="solid"/>
                    </a:lnR>
                    <a:lnT w="6668">
                      <a:solidFill>
                        <a:srgbClr val="BCB6AA"/>
                      </a:solidFill>
                      <a:prstDash val="solid"/>
                    </a:lnT>
                    <a:lnB w="6668">
                      <a:solidFill>
                        <a:srgbClr val="BCB6AA"/>
                      </a:solidFill>
                      <a:prstDash val="solid"/>
                    </a:lnB>
                    <a:solidFill>
                      <a:srgbClr val="FFD2D7"/>
                    </a:solidFill>
                  </a:tcPr>
                </a:tc>
                <a:tc>
                  <a:txBody>
                    <a:bodyPr/>
                    <a:lstStyle/>
                    <a:p>
                      <a:pPr algn="l"/>
                      <a:r>
                        <a:rPr sz="1725" b="1">
                          <a:solidFill>
                            <a:srgbClr val="191919"/>
                          </a:solidFill>
                        </a:rPr>
                        <a:t>Genres</a:t>
                      </a:r>
                    </a:p>
                  </a:txBody>
                  <a:tcPr marL="91440" marR="91440" marT="45720" marB="45720" anchor="ctr">
                    <a:lnR w="6668">
                      <a:solidFill>
                        <a:srgbClr val="BCB6AA"/>
                      </a:solidFill>
                      <a:prstDash val="solid"/>
                    </a:lnR>
                    <a:lnT w="6668">
                      <a:solidFill>
                        <a:srgbClr val="BCB6AA"/>
                      </a:solidFill>
                      <a:prstDash val="solid"/>
                    </a:lnT>
                    <a:lnB w="6668">
                      <a:solidFill>
                        <a:srgbClr val="BCB6AA"/>
                      </a:solidFill>
                      <a:prstDash val="solid"/>
                    </a:lnB>
                    <a:solidFill>
                      <a:srgbClr val="FFD2D7"/>
                    </a:solidFill>
                  </a:tcPr>
                </a:tc>
              </a:tr>
              <a:tr h="449036">
                <a:tc>
                  <a:txBody>
                    <a:bodyPr/>
                    <a:lstStyle/>
                    <a:p>
                      <a:pPr algn="l"/>
                      <a:r>
                        <a:rPr sz="1725" b="0">
                          <a:solidFill>
                            <a:srgbClr val="191919"/>
                          </a:solidFill>
                        </a:rPr>
                        <a:t>Humayun's Tomb, Delhi</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7</a:t>
                      </a:r>
                    </a:p>
                  </a:txBody>
                  <a:tcPr marL="91440" marR="91440" marT="45720" marB="45720" anchor="ctr">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7</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49036">
                <a:tc>
                  <a:txBody>
                    <a:bodyPr/>
                    <a:lstStyle/>
                    <a:p>
                      <a:pPr algn="l"/>
                      <a:r>
                        <a:rPr sz="1725" b="0">
                          <a:solidFill>
                            <a:srgbClr val="191919"/>
                          </a:solidFill>
                        </a:rPr>
                        <a:t>Hill Forts of Rajasthan</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5</a:t>
                      </a:r>
                    </a:p>
                  </a:txBody>
                  <a:tcPr marL="91440" marR="91440" marT="45720" marB="45720" anchor="ctr">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5</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49036">
                <a:tc>
                  <a:txBody>
                    <a:bodyPr/>
                    <a:lstStyle/>
                    <a:p>
                      <a:pPr algn="l"/>
                      <a:r>
                        <a:rPr sz="1725" b="0">
                          <a:solidFill>
                            <a:srgbClr val="191919"/>
                          </a:solidFill>
                        </a:rPr>
                        <a:t>Fatehpur Sikri</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2</a:t>
                      </a:r>
                    </a:p>
                  </a:txBody>
                  <a:tcPr marL="91440" marR="91440" marT="45720" marB="45720" anchor="ctr">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5</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49036">
                <a:tc>
                  <a:txBody>
                    <a:bodyPr/>
                    <a:lstStyle/>
                    <a:p>
                      <a:pPr algn="l"/>
                      <a:r>
                        <a:rPr sz="1725" b="0">
                          <a:solidFill>
                            <a:srgbClr val="191919"/>
                          </a:solidFill>
                        </a:rPr>
                        <a:t>Qutb Minar and its Monuments, Delhi</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3</a:t>
                      </a:r>
                    </a:p>
                  </a:txBody>
                  <a:tcPr marL="91440" marR="91440" marT="45720" marB="45720" anchor="ctr">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4</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49036">
                <a:tc>
                  <a:txBody>
                    <a:bodyPr/>
                    <a:lstStyle/>
                    <a:p>
                      <a:pPr algn="l"/>
                      <a:r>
                        <a:rPr sz="1725" b="0">
                          <a:solidFill>
                            <a:srgbClr val="191919"/>
                          </a:solidFill>
                        </a:rPr>
                        <a:t>Agra Fort</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1</a:t>
                      </a:r>
                    </a:p>
                  </a:txBody>
                  <a:tcPr marL="91440" marR="91440" marT="45720" marB="45720" anchor="ctr">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3</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r h="449036">
                <a:tc>
                  <a:txBody>
                    <a:bodyPr/>
                    <a:lstStyle/>
                    <a:p>
                      <a:pPr algn="l"/>
                      <a:r>
                        <a:rPr sz="1725" b="0">
                          <a:solidFill>
                            <a:srgbClr val="191919"/>
                          </a:solidFill>
                        </a:rPr>
                        <a:t>Mountain Railways of India</a:t>
                      </a:r>
                    </a:p>
                  </a:txBody>
                  <a:tcPr marL="91440" marR="91440" marT="45720" marB="45720" anchor="ctr">
                    <a:lnL w="6668">
                      <a:solidFill>
                        <a:srgbClr val="BCB6AA"/>
                      </a:solidFill>
                      <a:prstDash val="solid"/>
                    </a:lnL>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3</a:t>
                      </a:r>
                    </a:p>
                  </a:txBody>
                  <a:tcPr marL="91440" marR="91440" marT="45720" marB="45720" anchor="ctr">
                    <a:lnR w="6668">
                      <a:solidFill>
                        <a:srgbClr val="BCB6AA"/>
                      </a:solidFill>
                      <a:prstDash val="solid"/>
                    </a:lnR>
                    <a:lnB w="6668">
                      <a:solidFill>
                        <a:srgbClr val="BCB6AA"/>
                      </a:solidFill>
                      <a:prstDash val="solid"/>
                    </a:lnB>
                    <a:solidFill>
                      <a:srgbClr val="FDF8EE"/>
                    </a:solidFill>
                  </a:tcPr>
                </a:tc>
                <a:tc>
                  <a:txBody>
                    <a:bodyPr/>
                    <a:lstStyle/>
                    <a:p>
                      <a:pPr algn="l"/>
                      <a:r>
                        <a:rPr sz="1725" b="0">
                          <a:solidFill>
                            <a:srgbClr val="191919"/>
                          </a:solidFill>
                        </a:rPr>
                        <a:t>3</a:t>
                      </a:r>
                    </a:p>
                  </a:txBody>
                  <a:tcPr marL="91440" marR="91440" marT="45720" marB="45720" anchor="ctr">
                    <a:lnR w="6668">
                      <a:solidFill>
                        <a:srgbClr val="BCB6AA"/>
                      </a:solidFill>
                      <a:prstDash val="solid"/>
                    </a:lnR>
                    <a:lnB w="6668">
                      <a:solidFill>
                        <a:srgbClr val="BCB6AA"/>
                      </a:solidFill>
                      <a:prstDash val="solid"/>
                    </a:lnB>
                    <a:solidFill>
                      <a:srgbClr val="FDF8EE"/>
                    </a:solidFill>
                  </a:tcPr>
                </a:tc>
              </a:tr>
            </a:tbl>
          </a:graphicData>
        </a:graphic>
      </p:graphicFrame>
    </p:spTree>
    <p:extLst>
      <p:ext uri="{BB962C8B-B14F-4D97-AF65-F5344CB8AC3E}">
        <p14:creationId xmlns:p14="http://schemas.microsoft.com/office/powerpoint/2010/main" val="117007932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C92076-403E-4BBC-BA01-65F27617ABF7}"/>
              </a:ext>
            </a:extLst>
          </p:cNvPr>
          <p:cNvSpPr>
            <a:spLocks xmlns:a="http://schemas.openxmlformats.org/drawingml/2006/main" noGrp="1"/>
          </p:cNvSpPr>
          <p:nvPr/>
        </p:nvSpPr>
        <p:spPr>
          <a:xfrm xmlns:a="http://schemas.openxmlformats.org/drawingml/2006/main">
            <a:off x="1143000" y="457200"/>
            <a:ext cx="7419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925" b="1">
                <a:solidFill>
                  <a:srgbClr val="191919"/>
                </a:solidFill>
              </a:defRPr>
            </a:defPPr>
          </a:lstStyle>
          <a:p xmlns:a="http://schemas.openxmlformats.org/drawingml/2006/main">
            <a:pPr algn="l">
              <a:defRPr sz="2925" b="1">
                <a:solidFill>
                  <a:srgbClr val="191919"/>
                </a:solidFill>
              </a:defRPr>
            </a:pPr>
            <a:r>
              <a:rPr sz="2925" b="1">
                <a:solidFill>
                  <a:srgbClr val="191919"/>
                </a:solidFill>
              </a:rPr>
              <a:t>Validation and remaining limits</a:t>
            </a:r>
          </a:p>
        </p:txBody>
      </p:sp>
      <p:sp>
        <p:nvSpPr>
          <p:cNvPr id="2" name="body">
            <a:extLst xmlns:a="http://schemas.openxmlformats.org/drawingml/2006/main">
              <a:ext uri="{FF2B5EF4-FFF2-40B4-BE49-F238E27FC236}">
                <a16:creationId xmlns:a16="http://schemas.microsoft.com/office/drawing/2014/main" id="{ED606BA6-CE1E-4D3E-809C-A63BB25D929B}"/>
              </a:ext>
            </a:extLst>
          </p:cNvPr>
          <p:cNvSpPr>
            <a:spLocks xmlns:a="http://schemas.openxmlformats.org/drawingml/2006/main" noGrp="1"/>
          </p:cNvSpPr>
          <p:nvPr/>
        </p:nvSpPr>
        <p:spPr>
          <a:xfrm xmlns:a="http://schemas.openxmlformats.org/drawingml/2006/main">
            <a:off x="1143000" y="1285875"/>
            <a:ext cx="70961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191919"/>
                </a:solidFill>
              </a:defRPr>
            </a:defPPr>
          </a:lstStyle>
          <a:p xmlns:a="http://schemas.openxmlformats.org/drawingml/2006/main">
            <a:pPr algn="l">
              <a:defRPr sz="1800" b="0">
                <a:solidFill>
                  <a:srgbClr val="191919"/>
                </a:solidFill>
              </a:defRPr>
            </a:pPr>
            <a:r>
              <a:rPr sz="1800" b="0">
                <a:solidFill>
                  <a:srgbClr val="191919"/>
                </a:solidFill>
              </a:rPr>
              <a:t>Eight integration regression tests passed.</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Full RDF parsing and SHACL validation passed for 2,706,799 triples.</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SPARQL results are checked against the exported tables.</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Event and landscape instances, scene emotions and embedding predictions remain future work.</a:t>
            </a:r>
          </a:p>
        </p:txBody>
      </p:sp>
    </p:spTree>
    <p:extLst>
      <p:ext uri="{BB962C8B-B14F-4D97-AF65-F5344CB8AC3E}">
        <p14:creationId xmlns:p14="http://schemas.microsoft.com/office/powerpoint/2010/main" val="147856650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535" name="Google Shape;535;p54">
            <a:extLst xmlns:a="http://schemas.openxmlformats.org/drawingml/2006/main">
              <a:ext uri="{FF2B5EF4-FFF2-40B4-BE49-F238E27FC236}">
                <a16:creationId xmlns:a16="http://schemas.microsoft.com/office/drawing/2014/main" id="{B0AB73C3-69FA-41AC-B6FE-3D138147C404}"/>
              </a:ext>
            </a:extLst>
          </p:cNvPr>
          <p:cNvPicPr>
            <a:picLocks xmlns:a="http://schemas.openxmlformats.org/drawingml/2006/main" noChangeAspect="1"/>
          </p:cNvPicPr>
          <p:nvPr/>
        </p:nvPicPr>
        <p:blipFill>
          <a:blip xmlns:r="http://schemas.openxmlformats.org/officeDocument/2006/relationships" xmlns:a="http://schemas.openxmlformats.org/drawingml/2006/main" r:embed="R885c198accb447d0">
            <a:alphaModFix/>
          </a:blip>
          <a:stretch xmlns:a="http://schemas.openxmlformats.org/drawingml/2006/main">
            <a:fillRect l="0" t="0" r="0" b="0"/>
          </a:stretch>
        </p:blipFill>
        <p:spPr>
          <a:xfrm xmlns:a="http://schemas.openxmlformats.org/drawingml/2006/main" rot="677713">
            <a:off x="6781522" y="2292490"/>
            <a:ext cx="2512664" cy="1822688"/>
          </a:xfrm>
          <a:prstGeom xmlns:a="http://schemas.openxmlformats.org/drawingml/2006/main" prst="rect">
            <a:avLst/>
          </a:prstGeom>
          <a:ln xmlns:a="http://schemas.openxmlformats.org/drawingml/2006/main">
            <a:noFill/>
          </a:ln>
        </p:spPr>
      </p:pic>
      <p:sp>
        <p:nvSpPr>
          <p:cNvPr id="536" name="title">
            <a:extLst xmlns:a="http://schemas.openxmlformats.org/drawingml/2006/main">
              <a:ext uri="{FF2B5EF4-FFF2-40B4-BE49-F238E27FC236}">
                <a16:creationId xmlns:a16="http://schemas.microsoft.com/office/drawing/2014/main" id="{0BCA802B-43AD-4A3F-9E23-B595AE99D1AE}"/>
              </a:ext>
            </a:extLst>
          </p:cNvPr>
          <p:cNvSpPr>
            <a:spLocks xmlns:a="http://schemas.openxmlformats.org/drawingml/2006/main" noGrp="1"/>
          </p:cNvSpPr>
          <p:nvPr/>
        </p:nvSpPr>
        <p:spPr>
          <a:xfrm xmlns:a="http://schemas.openxmlformats.org/drawingml/2006/main">
            <a:off x="571500" y="762000"/>
            <a:ext cx="666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4650" b="1">
                <a:solidFill>
                  <a:srgbClr val="191919"/>
                </a:solidFill>
              </a:defRPr>
            </a:defPPr>
          </a:lstStyle>
          <a:p xmlns:a="http://schemas.openxmlformats.org/drawingml/2006/main">
            <a:pPr algn="l">
              <a:defRPr sz="4650" b="1">
                <a:solidFill>
                  <a:srgbClr val="191919"/>
                </a:solidFill>
              </a:defRPr>
            </a:pPr>
            <a:r>
              <a:rPr sz="4650" b="1">
                <a:solidFill>
                  <a:srgbClr val="191919"/>
                </a:solidFill>
              </a:rPr>
              <a:t>Discussion</a:t>
            </a:r>
          </a:p>
        </p:txBody>
      </p:sp>
      <p:sp>
        <p:nvSpPr>
          <p:cNvPr id="537" name="body">
            <a:extLst xmlns:a="http://schemas.openxmlformats.org/drawingml/2006/main">
              <a:ext uri="{FF2B5EF4-FFF2-40B4-BE49-F238E27FC236}">
                <a16:creationId xmlns:a16="http://schemas.microsoft.com/office/drawing/2014/main" id="{5391819E-322D-4FA6-BC5D-C8149B934873}"/>
              </a:ext>
            </a:extLst>
          </p:cNvPr>
          <p:cNvSpPr>
            <a:spLocks xmlns:a="http://schemas.openxmlformats.org/drawingml/2006/main" noGrp="1"/>
          </p:cNvSpPr>
          <p:nvPr/>
        </p:nvSpPr>
        <p:spPr>
          <a:xfrm xmlns:a="http://schemas.openxmlformats.org/drawingml/2006/main">
            <a:off x="571500" y="1943100"/>
            <a:ext cx="5524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191919"/>
                </a:solidFill>
              </a:defRPr>
            </a:defPPr>
          </a:lstStyle>
          <a:p xmlns:a="http://schemas.openxmlformats.org/drawingml/2006/main">
            <a:pPr algn="l">
              <a:defRPr sz="1800" b="0">
                <a:solidFill>
                  <a:srgbClr val="191919"/>
                </a:solidFill>
              </a:defRPr>
            </a:pPr>
            <a:r>
              <a:rPr sz="1800" b="0">
                <a:solidFill>
                  <a:srgbClr val="191919"/>
                </a:solidFill>
              </a:rPr>
              <a:t>Live demonstrations</a:t>
            </a:r>
          </a:p>
          <a:p xmlns:a="http://schemas.openxmlformats.org/drawingml/2006/main">
            <a:pPr algn="l">
              <a:defRPr sz="1800" b="0">
                <a:solidFill>
                  <a:srgbClr val="191919"/>
                </a:solidFill>
              </a:defRPr>
            </a:pPr>
            <a:r>
              <a:rPr sz="1800" b="0">
                <a:solidFill>
                  <a:srgbClr val="191919"/>
                </a:solidFill>
              </a:rPr>
              <a:t>Knowledge graph explorer</a:t>
            </a:r>
          </a:p>
          <a:p xmlns:a="http://schemas.openxmlformats.org/drawingml/2006/main">
            <a:pPr algn="l">
              <a:defRPr sz="1800" b="0">
                <a:solidFill>
                  <a:srgbClr val="191919"/>
                </a:solidFill>
              </a:defRPr>
            </a:pPr>
            <a:r>
              <a:rPr sz="1800" b="0">
                <a:solidFill>
                  <a:srgbClr val="191919"/>
                </a:solidFill>
              </a:rPr>
              <a:t>QGIS joins and 5 km analysis</a:t>
            </a:r>
          </a:p>
          <a:p xmlns:a="http://schemas.openxmlformats.org/drawingml/2006/main">
            <a:r>
              <a:t/>
            </a:r>
          </a:p>
          <a:p xmlns:a="http://schemas.openxmlformats.org/drawingml/2006/main">
            <a:pPr algn="l">
              <a:defRPr sz="1800" b="0">
                <a:solidFill>
                  <a:srgbClr val="191919"/>
                </a:solidFill>
              </a:defRPr>
            </a:pPr>
            <a:r>
              <a:rPr sz="1800" b="0">
                <a:solidFill>
                  <a:srgbClr val="191919"/>
                </a:solidFill>
              </a:rPr>
              <a:t>Next: review ambiguous identities and collect precise scene-level geographic evidence</a:t>
            </a:r>
          </a:p>
        </p:txBody>
      </p:sp>
    </p:spTree>
    <p:extLst>
      <p:ext uri="{BB962C8B-B14F-4D97-AF65-F5344CB8AC3E}">
        <p14:creationId xmlns:p14="http://schemas.microsoft.com/office/powerpoint/2010/main" val="187712557"/>
      </p:ext>
    </p:extLst>
  </p:cSld>
</p:sld>
</file>

<file path=ppt/theme/theme1.xml><?xml version="1.0" encoding="utf-8"?>
<a:theme xmlns:a="http://schemas.openxmlformats.org/drawingml/2006/main" name="Bioscope Minitheme by Slidesgo">
  <a:themeElements>
    <a:clrScheme name="Simple Light">
      <a:dk1>
        <a:srgbClr val="191919"/>
      </a:dk1>
      <a:lt1>
        <a:srgbClr val="FDF8EE"/>
      </a:lt1>
      <a:dk2>
        <a:srgbClr val="FF838E"/>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2026-10-13T08:11:54.4410000Z</dcterms:created>
  <dcterms:modified xsi:type="dcterms:W3CDTF">2026-10-13T08:11:54.4410000Z</dcterms:modified>
</coreProperties>
</file>